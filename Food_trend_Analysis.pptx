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8" r:id="rId6"/>
    <p:sldId id="259" r:id="rId7"/>
    <p:sldId id="260" r:id="rId8"/>
    <p:sldId id="262" r:id="rId9"/>
    <p:sldId id="287" r:id="rId10"/>
    <p:sldId id="264" r:id="rId11"/>
    <p:sldId id="288" r:id="rId12"/>
    <p:sldId id="285" r:id="rId13"/>
    <p:sldId id="268" r:id="rId14"/>
    <p:sldId id="271" r:id="rId15"/>
    <p:sldId id="274" r:id="rId16"/>
    <p:sldId id="280" r:id="rId17"/>
    <p:sldId id="291" r:id="rId18"/>
    <p:sldId id="283" r:id="rId19"/>
  </p:sldIdLst>
  <p:sldSz cx="9144000" cy="5143500" type="screen16x9"/>
  <p:notesSz cx="6858000" cy="9144000"/>
  <p:embeddedFontLst>
    <p:embeddedFont>
      <p:font typeface="Oswald" panose="00000500000000000000"/>
      <p:regular r:id="rId23"/>
    </p:embeddedFont>
    <p:embeddedFont>
      <p:font typeface="Playfair Display" panose="00000500000000000000"/>
      <p:regular r:id="rId24"/>
    </p:embeddedFont>
    <p:embeddedFont>
      <p:font typeface="Montserrat" panose="00000500000000000000"/>
      <p:regular r:id="rId25"/>
    </p:embeddedFont>
    <p:embeddedFont>
      <p:font typeface="Sora"/>
      <p:regular r:id="rId26"/>
    </p:embeddedFont>
    <p:embeddedFont>
      <p:font typeface="IBM Plex Sans" panose="020B0503050203000203"/>
      <p:regular r:id="rId27"/>
    </p:embeddedFont>
    <p:embeddedFont>
      <p:font typeface="Sora Light"/>
      <p:regular r:id="rId28"/>
    </p:embeddedFont>
    <p:embeddedFont>
      <p:font typeface="IBM Plex Sans Medium" panose="020B0603050203000203"/>
      <p:regular r:id="rId29"/>
    </p:embeddedFont>
    <p:embeddedFont>
      <p:font typeface="Sora Medium"/>
      <p:regular r:id="rId30"/>
    </p:embeddedFont>
    <p:embeddedFont>
      <p:font typeface="Sora ExtraLight"/>
      <p:regular r:id="rId31"/>
    </p:embeddedFont>
    <p:embeddedFont>
      <p:font typeface="EB Garamond SemiBold" pitchFamily="2" charset="0"/>
      <p:regular r:id="rId32"/>
      <p:bold r:id="rId33"/>
      <p:italic r:id="rId34"/>
    </p:embeddedFont>
    <p:embeddedFont>
      <p:font typeface="EB Garamond SemiBold"/>
      <p:regular r:id="rId35"/>
      <p:bold r:id="rId36"/>
      <p:italic r:id="rId37"/>
    </p:embeddedFont>
    <p:embeddedFont>
      <p:font typeface="Sora" charset="0"/>
      <p:regular r:id="rId38"/>
    </p:embeddedFont>
    <p:embeddedFont>
      <p:font typeface="Roboto Mono" panose="0000000900000000000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4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53535"/>
    <a:srgbClr val="E3DF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706" y="82"/>
      </p:cViewPr>
      <p:guideLst>
        <p:guide orient="horz" pos="1620"/>
        <p:guide pos="28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2" Type="http://schemas.openxmlformats.org/officeDocument/2006/relationships/font" Target="fonts/font20.fntdata"/><Relationship Id="rId41" Type="http://schemas.openxmlformats.org/officeDocument/2006/relationships/font" Target="fonts/font19.fntdata"/><Relationship Id="rId40" Type="http://schemas.openxmlformats.org/officeDocument/2006/relationships/font" Target="fonts/font18.fntdata"/><Relationship Id="rId4" Type="http://schemas.openxmlformats.org/officeDocument/2006/relationships/slide" Target="slides/slide1.xml"/><Relationship Id="rId39" Type="http://schemas.openxmlformats.org/officeDocument/2006/relationships/font" Target="fonts/font17.fntdata"/><Relationship Id="rId38" Type="http://schemas.openxmlformats.org/officeDocument/2006/relationships/font" Target="fonts/font16.fntdata"/><Relationship Id="rId37" Type="http://schemas.openxmlformats.org/officeDocument/2006/relationships/font" Target="fonts/font15.fntdata"/><Relationship Id="rId36" Type="http://schemas.openxmlformats.org/officeDocument/2006/relationships/font" Target="fonts/font14.fntdata"/><Relationship Id="rId35" Type="http://schemas.openxmlformats.org/officeDocument/2006/relationships/font" Target="fonts/font13.fntdata"/><Relationship Id="rId34" Type="http://schemas.openxmlformats.org/officeDocument/2006/relationships/font" Target="fonts/font12.fntdata"/><Relationship Id="rId33" Type="http://schemas.openxmlformats.org/officeDocument/2006/relationships/font" Target="fonts/font11.fntdata"/><Relationship Id="rId32" Type="http://schemas.openxmlformats.org/officeDocument/2006/relationships/font" Target="fonts/font10.fntdata"/><Relationship Id="rId31" Type="http://schemas.openxmlformats.org/officeDocument/2006/relationships/font" Target="fonts/font9.fntdata"/><Relationship Id="rId30" Type="http://schemas.openxmlformats.org/officeDocument/2006/relationships/font" Target="fonts/font8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C84F2E-4730-4F8B-B82E-0E10D5586C89}" type="doc">
      <dgm:prSet loTypeId="urn:microsoft.com/office/officeart/2005/8/layout/process5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E183F4B-5E03-419B-B464-7482894D0D74}">
      <dgm:prSet custT="1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 spcFirstLastPara="0" vert="horz" wrap="square" lIns="106680" tIns="106680" rIns="106680" bIns="106680" numCol="1" spcCol="1270" anchor="ctr" anchorCtr="0"/>
        <a:lstStyle/>
        <a:p>
          <a:r>
            <a:rPr lang="en-IN" sz="1500" b="0" kern="1200" dirty="0">
              <a:latin typeface="Arial" panose="020B0604020202020204"/>
              <a:ea typeface="+mn-ea"/>
              <a:cs typeface="+mn-cs"/>
            </a:rPr>
            <a:t>DATA</a:t>
          </a:r>
          <a:r>
            <a:rPr lang="en-IN" sz="500" b="0" kern="1200" dirty="0"/>
            <a:t> </a:t>
          </a:r>
          <a:r>
            <a:rPr lang="en-IN" sz="500" b="0" i="0" kern="1200" dirty="0"/>
            <a:t> </a:t>
          </a:r>
          <a:r>
            <a:rPr lang="en-IN" sz="1500" b="0" kern="1200" dirty="0">
              <a:latin typeface="Arial" panose="020B0604020202020204"/>
              <a:ea typeface="+mn-ea"/>
              <a:cs typeface="+mn-cs"/>
            </a:rPr>
            <a:t>INGESTION</a:t>
          </a:r>
          <a:r>
            <a:rPr lang="en-IN" sz="500" b="0" kern="1200" dirty="0"/>
            <a:t> </a:t>
          </a:r>
          <a:endParaRPr lang="en-IN" sz="500" kern="1200" dirty="0"/>
        </a:p>
      </dgm:t>
    </dgm:pt>
    <dgm:pt modelId="{A2403236-7C94-4A7B-B49E-8AD9FD9D20FB}" cxnId="{D4A9656D-FF17-4929-B44F-22C28F49EFB2}" type="parTrans">
      <dgm:prSet/>
      <dgm:spPr/>
      <dgm:t>
        <a:bodyPr/>
        <a:lstStyle/>
        <a:p>
          <a:endParaRPr lang="en-IN"/>
        </a:p>
      </dgm:t>
    </dgm:pt>
    <dgm:pt modelId="{D4157B20-4127-48A5-81AA-B8C10EFA4E0D}" cxnId="{D4A9656D-FF17-4929-B44F-22C28F49EFB2}" type="sibTrans">
      <dgm:prSet/>
      <dgm:spPr>
        <a:solidFill>
          <a:schemeClr val="bg1"/>
        </a:solidFill>
      </dgm:spPr>
      <dgm:t>
        <a:bodyPr/>
        <a:lstStyle/>
        <a:p>
          <a:endParaRPr lang="en-IN">
            <a:solidFill>
              <a:srgbClr val="000000"/>
            </a:solidFill>
            <a:highlight>
              <a:srgbClr val="353535"/>
            </a:highlight>
          </a:endParaRPr>
        </a:p>
      </dgm:t>
    </dgm:pt>
    <dgm:pt modelId="{AD9092F7-6D8B-4E65-8934-8B2D6716C71A}">
      <dgm:prSet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None/>
          </a:pPr>
          <a:r>
            <a:rPr lang="en-IN" b="0" dirty="0"/>
            <a:t>PREPROCESSING &amp; CLEANING</a:t>
          </a:r>
          <a:endParaRPr lang="en-IN" dirty="0"/>
        </a:p>
      </dgm:t>
    </dgm:pt>
    <dgm:pt modelId="{578B6599-FF9F-41EC-89DD-0A8FD6549F27}" cxnId="{98E7034B-2695-44EF-A684-A4562DB55644}" type="parTrans">
      <dgm:prSet/>
      <dgm:spPr/>
      <dgm:t>
        <a:bodyPr/>
        <a:lstStyle/>
        <a:p>
          <a:endParaRPr lang="en-IN"/>
        </a:p>
      </dgm:t>
    </dgm:pt>
    <dgm:pt modelId="{FC058E4D-7E36-481C-B861-0A4C38FBC2D9}" cxnId="{98E7034B-2695-44EF-A684-A4562DB55644}" type="sibTrans">
      <dgm:prSet/>
      <dgm:spPr>
        <a:solidFill>
          <a:schemeClr val="bg1"/>
        </a:solidFill>
      </dgm:spPr>
      <dgm:t>
        <a:bodyPr/>
        <a:lstStyle/>
        <a:p>
          <a:endParaRPr lang="en-IN">
            <a:solidFill>
              <a:srgbClr val="000000"/>
            </a:solidFill>
            <a:highlight>
              <a:srgbClr val="353535"/>
            </a:highlight>
          </a:endParaRPr>
        </a:p>
      </dgm:t>
    </dgm:pt>
    <dgm:pt modelId="{E5A768CA-E18F-4481-AB3E-096419970671}">
      <dgm:prSet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None/>
          </a:pPr>
          <a:r>
            <a:rPr lang="en-IN" b="0" dirty="0"/>
            <a:t>SENTIMENT ANALYSIS (Python)</a:t>
          </a:r>
          <a:endParaRPr lang="en-IN" dirty="0"/>
        </a:p>
      </dgm:t>
    </dgm:pt>
    <dgm:pt modelId="{CCD9FD56-8469-45E0-8379-DC0D544FE567}" cxnId="{9B5A12F2-CC2F-4895-8682-8EC7071DFF88}" type="parTrans">
      <dgm:prSet/>
      <dgm:spPr/>
      <dgm:t>
        <a:bodyPr/>
        <a:lstStyle/>
        <a:p>
          <a:endParaRPr lang="en-IN"/>
        </a:p>
      </dgm:t>
    </dgm:pt>
    <dgm:pt modelId="{9F6513AD-5557-412D-A67D-581847208B5B}" cxnId="{9B5A12F2-CC2F-4895-8682-8EC7071DFF88}" type="sibTrans">
      <dgm:prSet/>
      <dgm:spPr>
        <a:solidFill>
          <a:schemeClr val="bg1"/>
        </a:solidFill>
      </dgm:spPr>
      <dgm:t>
        <a:bodyPr/>
        <a:lstStyle/>
        <a:p>
          <a:endParaRPr lang="en-IN">
            <a:solidFill>
              <a:srgbClr val="000000"/>
            </a:solidFill>
            <a:highlight>
              <a:srgbClr val="353535"/>
            </a:highlight>
          </a:endParaRPr>
        </a:p>
      </dgm:t>
    </dgm:pt>
    <dgm:pt modelId="{21E5FA65-62D7-4143-8F35-AC89C145E8A6}">
      <dgm:prSet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None/>
          </a:pPr>
          <a:r>
            <a:rPr lang="en-IN" b="0" dirty="0"/>
            <a:t>DASHBOARD DEPLOYMENT</a:t>
          </a:r>
          <a:endParaRPr lang="en-IN" dirty="0"/>
        </a:p>
      </dgm:t>
    </dgm:pt>
    <dgm:pt modelId="{217ED863-842F-4C67-93EA-67D35F79C95E}" cxnId="{814DF245-178C-41F5-9DB7-72E2D7862545}" type="parTrans">
      <dgm:prSet/>
      <dgm:spPr/>
      <dgm:t>
        <a:bodyPr/>
        <a:lstStyle/>
        <a:p>
          <a:endParaRPr lang="en-IN"/>
        </a:p>
      </dgm:t>
    </dgm:pt>
    <dgm:pt modelId="{51A02437-0E61-40F8-8EA3-211E5B2B3FE1}" cxnId="{814DF245-178C-41F5-9DB7-72E2D7862545}" type="sibTrans">
      <dgm:prSet/>
      <dgm:spPr>
        <a:solidFill>
          <a:schemeClr val="bg1"/>
        </a:solidFill>
      </dgm:spPr>
      <dgm:t>
        <a:bodyPr/>
        <a:lstStyle/>
        <a:p>
          <a:endParaRPr lang="en-IN">
            <a:solidFill>
              <a:srgbClr val="000000"/>
            </a:solidFill>
            <a:highlight>
              <a:srgbClr val="353535"/>
            </a:highlight>
          </a:endParaRPr>
        </a:p>
      </dgm:t>
    </dgm:pt>
    <dgm:pt modelId="{65C521B1-2605-43DD-A999-2133E49768F8}">
      <dgm:prSet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None/>
          </a:pPr>
          <a:r>
            <a:rPr lang="en-IN" b="0" dirty="0"/>
            <a:t>INSIGHTS &amp; DECISION MAKING </a:t>
          </a:r>
          <a:endParaRPr lang="en-IN" dirty="0"/>
        </a:p>
      </dgm:t>
    </dgm:pt>
    <dgm:pt modelId="{C0CC313B-6F7A-413B-901A-550ADDA123D9}" cxnId="{A5342F73-19F7-4C28-BC01-9F5A0690E6A3}" type="parTrans">
      <dgm:prSet/>
      <dgm:spPr/>
      <dgm:t>
        <a:bodyPr/>
        <a:lstStyle/>
        <a:p>
          <a:endParaRPr lang="en-IN"/>
        </a:p>
      </dgm:t>
    </dgm:pt>
    <dgm:pt modelId="{664217FD-646E-4D2D-BF6F-884BD3F47EE5}" cxnId="{A5342F73-19F7-4C28-BC01-9F5A0690E6A3}" type="sibTrans">
      <dgm:prSet/>
      <dgm:spPr/>
      <dgm:t>
        <a:bodyPr/>
        <a:lstStyle/>
        <a:p>
          <a:endParaRPr lang="en-IN"/>
        </a:p>
      </dgm:t>
    </dgm:pt>
    <dgm:pt modelId="{F4D6DCA6-C32E-49C9-AA2B-6E2718794359}">
      <dgm:prSet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IN" b="0" dirty="0"/>
            <a:t>POWER BI VISUALIZATION</a:t>
          </a:r>
          <a:endParaRPr lang="en-IN" dirty="0"/>
        </a:p>
      </dgm:t>
    </dgm:pt>
    <dgm:pt modelId="{32653727-A174-45D7-B8AC-6211EE31CC5B}" cxnId="{32686A46-78E3-44A8-96E4-F0306947434A}" type="parTrans">
      <dgm:prSet/>
      <dgm:spPr/>
      <dgm:t>
        <a:bodyPr/>
        <a:lstStyle/>
        <a:p>
          <a:endParaRPr lang="en-IN"/>
        </a:p>
      </dgm:t>
    </dgm:pt>
    <dgm:pt modelId="{735455A4-7A24-46AC-B40E-D2B77ECCE3D7}" cxnId="{32686A46-78E3-44A8-96E4-F0306947434A}" type="sibTrans">
      <dgm:prSet/>
      <dgm:spPr>
        <a:solidFill>
          <a:schemeClr val="bg1"/>
        </a:solidFill>
      </dgm:spPr>
      <dgm:t>
        <a:bodyPr/>
        <a:lstStyle/>
        <a:p>
          <a:endParaRPr lang="en-IN">
            <a:solidFill>
              <a:srgbClr val="000000"/>
            </a:solidFill>
            <a:highlight>
              <a:srgbClr val="353535"/>
            </a:highlight>
          </a:endParaRPr>
        </a:p>
      </dgm:t>
    </dgm:pt>
    <dgm:pt modelId="{F5B9D6E5-A9C4-4883-8F20-6526FD4D6B96}">
      <dgm:prSet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pPr>
            <a:buNone/>
          </a:pPr>
          <a:r>
            <a:rPr lang="en-IN" b="0" dirty="0"/>
            <a:t>DATA MODELING (Star Schema)</a:t>
          </a:r>
          <a:endParaRPr lang="en-IN" dirty="0"/>
        </a:p>
      </dgm:t>
    </dgm:pt>
    <dgm:pt modelId="{43430C30-C58C-4C1A-BEB4-868024749527}" cxnId="{49EC6A1D-BE4C-4068-BCFA-72AC8CA42B2C}" type="parTrans">
      <dgm:prSet/>
      <dgm:spPr/>
      <dgm:t>
        <a:bodyPr/>
        <a:lstStyle/>
        <a:p>
          <a:endParaRPr lang="en-IN"/>
        </a:p>
      </dgm:t>
    </dgm:pt>
    <dgm:pt modelId="{8037C1AB-417D-40D8-B6FE-452A01F0A2B4}" cxnId="{49EC6A1D-BE4C-4068-BCFA-72AC8CA42B2C}" type="sibTrans">
      <dgm:prSet/>
      <dgm:spPr>
        <a:solidFill>
          <a:schemeClr val="bg1"/>
        </a:solidFill>
      </dgm:spPr>
      <dgm:t>
        <a:bodyPr/>
        <a:lstStyle/>
        <a:p>
          <a:endParaRPr lang="en-IN">
            <a:solidFill>
              <a:srgbClr val="000000"/>
            </a:solidFill>
            <a:highlight>
              <a:srgbClr val="353535"/>
            </a:highlight>
          </a:endParaRPr>
        </a:p>
      </dgm:t>
    </dgm:pt>
    <dgm:pt modelId="{88F46718-1B97-4878-98B9-BC852AF36D5D}" type="pres">
      <dgm:prSet presAssocID="{A9C84F2E-4730-4F8B-B82E-0E10D5586C89}" presName="diagram" presStyleCnt="0">
        <dgm:presLayoutVars>
          <dgm:dir/>
          <dgm:resizeHandles val="exact"/>
        </dgm:presLayoutVars>
      </dgm:prSet>
      <dgm:spPr/>
    </dgm:pt>
    <dgm:pt modelId="{7BE3F03D-FBBC-4148-B72D-F7C5A8F3A41C}" type="pres">
      <dgm:prSet presAssocID="{3E183F4B-5E03-419B-B464-7482894D0D74}" presName="node" presStyleLbl="node1" presStyleIdx="0" presStyleCnt="7">
        <dgm:presLayoutVars>
          <dgm:bulletEnabled val="1"/>
        </dgm:presLayoutVars>
      </dgm:prSet>
      <dgm:spPr/>
    </dgm:pt>
    <dgm:pt modelId="{4D8F806E-1EBC-4EF3-9DBD-FD441419C2C3}" type="pres">
      <dgm:prSet presAssocID="{D4157B20-4127-48A5-81AA-B8C10EFA4E0D}" presName="sibTrans" presStyleLbl="sibTrans2D1" presStyleIdx="0" presStyleCnt="6"/>
      <dgm:spPr/>
    </dgm:pt>
    <dgm:pt modelId="{0277AA97-F481-4033-8560-8AB2FFD71F00}" type="pres">
      <dgm:prSet presAssocID="{D4157B20-4127-48A5-81AA-B8C10EFA4E0D}" presName="connectorText" presStyleLbl="sibTrans2D1" presStyleIdx="0" presStyleCnt="6"/>
      <dgm:spPr/>
    </dgm:pt>
    <dgm:pt modelId="{766CDE10-C1A3-4B05-B981-3D2B895C83E6}" type="pres">
      <dgm:prSet presAssocID="{AD9092F7-6D8B-4E65-8934-8B2D6716C71A}" presName="node" presStyleLbl="node1" presStyleIdx="1" presStyleCnt="7">
        <dgm:presLayoutVars>
          <dgm:bulletEnabled val="1"/>
        </dgm:presLayoutVars>
      </dgm:prSet>
      <dgm:spPr/>
    </dgm:pt>
    <dgm:pt modelId="{346BA6B4-0CBE-4FE8-B5C5-42C6D7BB5F0A}" type="pres">
      <dgm:prSet presAssocID="{FC058E4D-7E36-481C-B861-0A4C38FBC2D9}" presName="sibTrans" presStyleLbl="sibTrans2D1" presStyleIdx="1" presStyleCnt="6"/>
      <dgm:spPr/>
    </dgm:pt>
    <dgm:pt modelId="{7EBEE700-2F13-4140-BA1D-242E0C5C0BC9}" type="pres">
      <dgm:prSet presAssocID="{FC058E4D-7E36-481C-B861-0A4C38FBC2D9}" presName="connectorText" presStyleLbl="sibTrans2D1" presStyleIdx="1" presStyleCnt="6"/>
      <dgm:spPr/>
    </dgm:pt>
    <dgm:pt modelId="{30BEF5F4-0EB0-4E67-9822-5F4CEB7B7E3F}" type="pres">
      <dgm:prSet presAssocID="{E5A768CA-E18F-4481-AB3E-096419970671}" presName="node" presStyleLbl="node1" presStyleIdx="2" presStyleCnt="7">
        <dgm:presLayoutVars>
          <dgm:bulletEnabled val="1"/>
        </dgm:presLayoutVars>
      </dgm:prSet>
      <dgm:spPr/>
    </dgm:pt>
    <dgm:pt modelId="{94535583-5A3E-4954-BAAB-069795410981}" type="pres">
      <dgm:prSet presAssocID="{9F6513AD-5557-412D-A67D-581847208B5B}" presName="sibTrans" presStyleLbl="sibTrans2D1" presStyleIdx="2" presStyleCnt="6"/>
      <dgm:spPr/>
    </dgm:pt>
    <dgm:pt modelId="{E930526F-1C42-4110-B317-2A326FD044F3}" type="pres">
      <dgm:prSet presAssocID="{9F6513AD-5557-412D-A67D-581847208B5B}" presName="connectorText" presStyleLbl="sibTrans2D1" presStyleIdx="2" presStyleCnt="6"/>
      <dgm:spPr/>
    </dgm:pt>
    <dgm:pt modelId="{860D5264-5DC1-4276-B22F-42F81DD91A94}" type="pres">
      <dgm:prSet presAssocID="{21E5FA65-62D7-4143-8F35-AC89C145E8A6}" presName="node" presStyleLbl="node1" presStyleIdx="3" presStyleCnt="7">
        <dgm:presLayoutVars>
          <dgm:bulletEnabled val="1"/>
        </dgm:presLayoutVars>
      </dgm:prSet>
      <dgm:spPr/>
    </dgm:pt>
    <dgm:pt modelId="{376AE23B-207C-408C-965E-3B0A8EEFDE65}" type="pres">
      <dgm:prSet presAssocID="{51A02437-0E61-40F8-8EA3-211E5B2B3FE1}" presName="sibTrans" presStyleLbl="sibTrans2D1" presStyleIdx="3" presStyleCnt="6"/>
      <dgm:spPr/>
    </dgm:pt>
    <dgm:pt modelId="{579271B4-76D9-44F4-AB6C-3CF3F9A672EE}" type="pres">
      <dgm:prSet presAssocID="{51A02437-0E61-40F8-8EA3-211E5B2B3FE1}" presName="connectorText" presStyleLbl="sibTrans2D1" presStyleIdx="3" presStyleCnt="6"/>
      <dgm:spPr/>
    </dgm:pt>
    <dgm:pt modelId="{94839900-7509-4E69-815A-FC53679BAA32}" type="pres">
      <dgm:prSet presAssocID="{F4D6DCA6-C32E-49C9-AA2B-6E2718794359}" presName="node" presStyleLbl="node1" presStyleIdx="4" presStyleCnt="7">
        <dgm:presLayoutVars>
          <dgm:bulletEnabled val="1"/>
        </dgm:presLayoutVars>
      </dgm:prSet>
      <dgm:spPr/>
    </dgm:pt>
    <dgm:pt modelId="{38CC591E-D1F8-4083-B50D-F98A06023868}" type="pres">
      <dgm:prSet presAssocID="{735455A4-7A24-46AC-B40E-D2B77ECCE3D7}" presName="sibTrans" presStyleLbl="sibTrans2D1" presStyleIdx="4" presStyleCnt="6"/>
      <dgm:spPr/>
    </dgm:pt>
    <dgm:pt modelId="{0FDFACD8-CF35-44A7-8F83-B1E73BB2E748}" type="pres">
      <dgm:prSet presAssocID="{735455A4-7A24-46AC-B40E-D2B77ECCE3D7}" presName="connectorText" presStyleLbl="sibTrans2D1" presStyleIdx="4" presStyleCnt="6"/>
      <dgm:spPr/>
    </dgm:pt>
    <dgm:pt modelId="{C9325558-5BAB-431B-AAFE-F191CBA507FD}" type="pres">
      <dgm:prSet presAssocID="{F5B9D6E5-A9C4-4883-8F20-6526FD4D6B96}" presName="node" presStyleLbl="node1" presStyleIdx="5" presStyleCnt="7">
        <dgm:presLayoutVars>
          <dgm:bulletEnabled val="1"/>
        </dgm:presLayoutVars>
      </dgm:prSet>
      <dgm:spPr/>
    </dgm:pt>
    <dgm:pt modelId="{7103462D-45B8-49E2-9FD3-C0869729B173}" type="pres">
      <dgm:prSet presAssocID="{8037C1AB-417D-40D8-B6FE-452A01F0A2B4}" presName="sibTrans" presStyleLbl="sibTrans2D1" presStyleIdx="5" presStyleCnt="6"/>
      <dgm:spPr/>
    </dgm:pt>
    <dgm:pt modelId="{8951E301-7530-4371-BA22-440493A6F43E}" type="pres">
      <dgm:prSet presAssocID="{8037C1AB-417D-40D8-B6FE-452A01F0A2B4}" presName="connectorText" presStyleLbl="sibTrans2D1" presStyleIdx="5" presStyleCnt="6"/>
      <dgm:spPr/>
    </dgm:pt>
    <dgm:pt modelId="{5C5BFCF0-4105-4CBE-8431-665FF7757AB8}" type="pres">
      <dgm:prSet presAssocID="{65C521B1-2605-43DD-A999-2133E49768F8}" presName="node" presStyleLbl="node1" presStyleIdx="6" presStyleCnt="7">
        <dgm:presLayoutVars>
          <dgm:bulletEnabled val="1"/>
        </dgm:presLayoutVars>
      </dgm:prSet>
      <dgm:spPr/>
    </dgm:pt>
  </dgm:ptLst>
  <dgm:cxnLst>
    <dgm:cxn modelId="{F8068F00-AE20-4484-B6CB-EEE937BBC922}" type="presOf" srcId="{8037C1AB-417D-40D8-B6FE-452A01F0A2B4}" destId="{8951E301-7530-4371-BA22-440493A6F43E}" srcOrd="1" destOrd="0" presId="urn:microsoft.com/office/officeart/2005/8/layout/process5"/>
    <dgm:cxn modelId="{1D2D6E03-7C85-41BA-86F2-B397D5221BC2}" type="presOf" srcId="{8037C1AB-417D-40D8-B6FE-452A01F0A2B4}" destId="{7103462D-45B8-49E2-9FD3-C0869729B173}" srcOrd="0" destOrd="0" presId="urn:microsoft.com/office/officeart/2005/8/layout/process5"/>
    <dgm:cxn modelId="{660DE112-79D8-4450-9602-298C37A5409C}" type="presOf" srcId="{D4157B20-4127-48A5-81AA-B8C10EFA4E0D}" destId="{4D8F806E-1EBC-4EF3-9DBD-FD441419C2C3}" srcOrd="0" destOrd="0" presId="urn:microsoft.com/office/officeart/2005/8/layout/process5"/>
    <dgm:cxn modelId="{CF0F1215-2CAA-4DD2-8F20-742D52DF1903}" type="presOf" srcId="{735455A4-7A24-46AC-B40E-D2B77ECCE3D7}" destId="{0FDFACD8-CF35-44A7-8F83-B1E73BB2E748}" srcOrd="1" destOrd="0" presId="urn:microsoft.com/office/officeart/2005/8/layout/process5"/>
    <dgm:cxn modelId="{5064241C-8E7C-4C38-B047-C2503B1AF1AC}" type="presOf" srcId="{AD9092F7-6D8B-4E65-8934-8B2D6716C71A}" destId="{766CDE10-C1A3-4B05-B981-3D2B895C83E6}" srcOrd="0" destOrd="0" presId="urn:microsoft.com/office/officeart/2005/8/layout/process5"/>
    <dgm:cxn modelId="{49EC6A1D-BE4C-4068-BCFA-72AC8CA42B2C}" srcId="{A9C84F2E-4730-4F8B-B82E-0E10D5586C89}" destId="{F5B9D6E5-A9C4-4883-8F20-6526FD4D6B96}" srcOrd="5" destOrd="0" parTransId="{43430C30-C58C-4C1A-BEB4-868024749527}" sibTransId="{8037C1AB-417D-40D8-B6FE-452A01F0A2B4}"/>
    <dgm:cxn modelId="{A25F4A33-BFB7-44F2-8976-676B21934FCA}" type="presOf" srcId="{FC058E4D-7E36-481C-B861-0A4C38FBC2D9}" destId="{346BA6B4-0CBE-4FE8-B5C5-42C6D7BB5F0A}" srcOrd="0" destOrd="0" presId="urn:microsoft.com/office/officeart/2005/8/layout/process5"/>
    <dgm:cxn modelId="{814DF245-178C-41F5-9DB7-72E2D7862545}" srcId="{A9C84F2E-4730-4F8B-B82E-0E10D5586C89}" destId="{21E5FA65-62D7-4143-8F35-AC89C145E8A6}" srcOrd="3" destOrd="0" parTransId="{217ED863-842F-4C67-93EA-67D35F79C95E}" sibTransId="{51A02437-0E61-40F8-8EA3-211E5B2B3FE1}"/>
    <dgm:cxn modelId="{32686A46-78E3-44A8-96E4-F0306947434A}" srcId="{A9C84F2E-4730-4F8B-B82E-0E10D5586C89}" destId="{F4D6DCA6-C32E-49C9-AA2B-6E2718794359}" srcOrd="4" destOrd="0" parTransId="{32653727-A174-45D7-B8AC-6211EE31CC5B}" sibTransId="{735455A4-7A24-46AC-B40E-D2B77ECCE3D7}"/>
    <dgm:cxn modelId="{12992E67-27DC-43A0-A9D0-EE5C6EF6F890}" type="presOf" srcId="{A9C84F2E-4730-4F8B-B82E-0E10D5586C89}" destId="{88F46718-1B97-4878-98B9-BC852AF36D5D}" srcOrd="0" destOrd="0" presId="urn:microsoft.com/office/officeart/2005/8/layout/process5"/>
    <dgm:cxn modelId="{FBEAA667-801B-4B02-97A9-B8F5DB556CE1}" type="presOf" srcId="{51A02437-0E61-40F8-8EA3-211E5B2B3FE1}" destId="{579271B4-76D9-44F4-AB6C-3CF3F9A672EE}" srcOrd="1" destOrd="0" presId="urn:microsoft.com/office/officeart/2005/8/layout/process5"/>
    <dgm:cxn modelId="{98E7034B-2695-44EF-A684-A4562DB55644}" srcId="{A9C84F2E-4730-4F8B-B82E-0E10D5586C89}" destId="{AD9092F7-6D8B-4E65-8934-8B2D6716C71A}" srcOrd="1" destOrd="0" parTransId="{578B6599-FF9F-41EC-89DD-0A8FD6549F27}" sibTransId="{FC058E4D-7E36-481C-B861-0A4C38FBC2D9}"/>
    <dgm:cxn modelId="{D4A9656D-FF17-4929-B44F-22C28F49EFB2}" srcId="{A9C84F2E-4730-4F8B-B82E-0E10D5586C89}" destId="{3E183F4B-5E03-419B-B464-7482894D0D74}" srcOrd="0" destOrd="0" parTransId="{A2403236-7C94-4A7B-B49E-8AD9FD9D20FB}" sibTransId="{D4157B20-4127-48A5-81AA-B8C10EFA4E0D}"/>
    <dgm:cxn modelId="{A5342F73-19F7-4C28-BC01-9F5A0690E6A3}" srcId="{A9C84F2E-4730-4F8B-B82E-0E10D5586C89}" destId="{65C521B1-2605-43DD-A999-2133E49768F8}" srcOrd="6" destOrd="0" parTransId="{C0CC313B-6F7A-413B-901A-550ADDA123D9}" sibTransId="{664217FD-646E-4D2D-BF6F-884BD3F47EE5}"/>
    <dgm:cxn modelId="{36555975-D30D-4CE4-8DF2-C4F1060CF314}" type="presOf" srcId="{9F6513AD-5557-412D-A67D-581847208B5B}" destId="{94535583-5A3E-4954-BAAB-069795410981}" srcOrd="0" destOrd="0" presId="urn:microsoft.com/office/officeart/2005/8/layout/process5"/>
    <dgm:cxn modelId="{5B1B69A1-B4C9-4C40-91C2-6B02FBF94BC8}" type="presOf" srcId="{65C521B1-2605-43DD-A999-2133E49768F8}" destId="{5C5BFCF0-4105-4CBE-8431-665FF7757AB8}" srcOrd="0" destOrd="0" presId="urn:microsoft.com/office/officeart/2005/8/layout/process5"/>
    <dgm:cxn modelId="{D741ADA7-5CEA-4739-BDF5-D22B6E7193C6}" type="presOf" srcId="{F4D6DCA6-C32E-49C9-AA2B-6E2718794359}" destId="{94839900-7509-4E69-815A-FC53679BAA32}" srcOrd="0" destOrd="0" presId="urn:microsoft.com/office/officeart/2005/8/layout/process5"/>
    <dgm:cxn modelId="{3B0D45B3-3177-4993-A9C6-EA14C77E6E11}" type="presOf" srcId="{E5A768CA-E18F-4481-AB3E-096419970671}" destId="{30BEF5F4-0EB0-4E67-9822-5F4CEB7B7E3F}" srcOrd="0" destOrd="0" presId="urn:microsoft.com/office/officeart/2005/8/layout/process5"/>
    <dgm:cxn modelId="{5ECCBCBC-D965-4DEF-B49B-07AED3547354}" type="presOf" srcId="{D4157B20-4127-48A5-81AA-B8C10EFA4E0D}" destId="{0277AA97-F481-4033-8560-8AB2FFD71F00}" srcOrd="1" destOrd="0" presId="urn:microsoft.com/office/officeart/2005/8/layout/process5"/>
    <dgm:cxn modelId="{3F6D17CC-5531-41B7-97AE-EE7136F1E122}" type="presOf" srcId="{3E183F4B-5E03-419B-B464-7482894D0D74}" destId="{7BE3F03D-FBBC-4148-B72D-F7C5A8F3A41C}" srcOrd="0" destOrd="0" presId="urn:microsoft.com/office/officeart/2005/8/layout/process5"/>
    <dgm:cxn modelId="{F5C5C8CC-1D5A-4EC5-AB26-532FD23242A9}" type="presOf" srcId="{21E5FA65-62D7-4143-8F35-AC89C145E8A6}" destId="{860D5264-5DC1-4276-B22F-42F81DD91A94}" srcOrd="0" destOrd="0" presId="urn:microsoft.com/office/officeart/2005/8/layout/process5"/>
    <dgm:cxn modelId="{3057EBCC-D187-40FB-BB38-78E17972936D}" type="presOf" srcId="{F5B9D6E5-A9C4-4883-8F20-6526FD4D6B96}" destId="{C9325558-5BAB-431B-AAFE-F191CBA507FD}" srcOrd="0" destOrd="0" presId="urn:microsoft.com/office/officeart/2005/8/layout/process5"/>
    <dgm:cxn modelId="{081D65D0-BA3E-4044-A07F-789F8AA13114}" type="presOf" srcId="{9F6513AD-5557-412D-A67D-581847208B5B}" destId="{E930526F-1C42-4110-B317-2A326FD044F3}" srcOrd="1" destOrd="0" presId="urn:microsoft.com/office/officeart/2005/8/layout/process5"/>
    <dgm:cxn modelId="{6DDE77D8-ED10-45B3-A0C8-396B284655F8}" type="presOf" srcId="{735455A4-7A24-46AC-B40E-D2B77ECCE3D7}" destId="{38CC591E-D1F8-4083-B50D-F98A06023868}" srcOrd="0" destOrd="0" presId="urn:microsoft.com/office/officeart/2005/8/layout/process5"/>
    <dgm:cxn modelId="{120F92EB-2079-475C-99F6-EE5B1E9F11A5}" type="presOf" srcId="{51A02437-0E61-40F8-8EA3-211E5B2B3FE1}" destId="{376AE23B-207C-408C-965E-3B0A8EEFDE65}" srcOrd="0" destOrd="0" presId="urn:microsoft.com/office/officeart/2005/8/layout/process5"/>
    <dgm:cxn modelId="{6C439BF1-8B03-4585-A7F6-F24EF991D56D}" type="presOf" srcId="{FC058E4D-7E36-481C-B861-0A4C38FBC2D9}" destId="{7EBEE700-2F13-4140-BA1D-242E0C5C0BC9}" srcOrd="1" destOrd="0" presId="urn:microsoft.com/office/officeart/2005/8/layout/process5"/>
    <dgm:cxn modelId="{9B5A12F2-CC2F-4895-8682-8EC7071DFF88}" srcId="{A9C84F2E-4730-4F8B-B82E-0E10D5586C89}" destId="{E5A768CA-E18F-4481-AB3E-096419970671}" srcOrd="2" destOrd="0" parTransId="{CCD9FD56-8469-45E0-8379-DC0D544FE567}" sibTransId="{9F6513AD-5557-412D-A67D-581847208B5B}"/>
    <dgm:cxn modelId="{008AE4CF-1C00-4605-9BD3-C6F9898C0A6D}" type="presParOf" srcId="{88F46718-1B97-4878-98B9-BC852AF36D5D}" destId="{7BE3F03D-FBBC-4148-B72D-F7C5A8F3A41C}" srcOrd="0" destOrd="0" presId="urn:microsoft.com/office/officeart/2005/8/layout/process5"/>
    <dgm:cxn modelId="{21F628BF-0BBD-4236-BD74-22F03BAB12F7}" type="presParOf" srcId="{88F46718-1B97-4878-98B9-BC852AF36D5D}" destId="{4D8F806E-1EBC-4EF3-9DBD-FD441419C2C3}" srcOrd="1" destOrd="0" presId="urn:microsoft.com/office/officeart/2005/8/layout/process5"/>
    <dgm:cxn modelId="{9301D24E-D59C-437E-9976-1947A91FECC7}" type="presParOf" srcId="{4D8F806E-1EBC-4EF3-9DBD-FD441419C2C3}" destId="{0277AA97-F481-4033-8560-8AB2FFD71F00}" srcOrd="0" destOrd="0" presId="urn:microsoft.com/office/officeart/2005/8/layout/process5"/>
    <dgm:cxn modelId="{C7B87B8E-245A-49B9-9F94-10898BDB1A38}" type="presParOf" srcId="{88F46718-1B97-4878-98B9-BC852AF36D5D}" destId="{766CDE10-C1A3-4B05-B981-3D2B895C83E6}" srcOrd="2" destOrd="0" presId="urn:microsoft.com/office/officeart/2005/8/layout/process5"/>
    <dgm:cxn modelId="{CEBC9A72-AEB1-42E8-BD33-336BEC8F1A99}" type="presParOf" srcId="{88F46718-1B97-4878-98B9-BC852AF36D5D}" destId="{346BA6B4-0CBE-4FE8-B5C5-42C6D7BB5F0A}" srcOrd="3" destOrd="0" presId="urn:microsoft.com/office/officeart/2005/8/layout/process5"/>
    <dgm:cxn modelId="{2FA2C0BB-C050-4CAC-8D23-6C65562360F9}" type="presParOf" srcId="{346BA6B4-0CBE-4FE8-B5C5-42C6D7BB5F0A}" destId="{7EBEE700-2F13-4140-BA1D-242E0C5C0BC9}" srcOrd="0" destOrd="0" presId="urn:microsoft.com/office/officeart/2005/8/layout/process5"/>
    <dgm:cxn modelId="{3D832F60-0C33-41E0-9538-8187F9A381EC}" type="presParOf" srcId="{88F46718-1B97-4878-98B9-BC852AF36D5D}" destId="{30BEF5F4-0EB0-4E67-9822-5F4CEB7B7E3F}" srcOrd="4" destOrd="0" presId="urn:microsoft.com/office/officeart/2005/8/layout/process5"/>
    <dgm:cxn modelId="{C8C069A0-85D6-4D52-92CB-B2F36DE5F73B}" type="presParOf" srcId="{88F46718-1B97-4878-98B9-BC852AF36D5D}" destId="{94535583-5A3E-4954-BAAB-069795410981}" srcOrd="5" destOrd="0" presId="urn:microsoft.com/office/officeart/2005/8/layout/process5"/>
    <dgm:cxn modelId="{CDEAEC3C-96CB-48E0-86BC-37FB09BB611F}" type="presParOf" srcId="{94535583-5A3E-4954-BAAB-069795410981}" destId="{E930526F-1C42-4110-B317-2A326FD044F3}" srcOrd="0" destOrd="0" presId="urn:microsoft.com/office/officeart/2005/8/layout/process5"/>
    <dgm:cxn modelId="{0D3B2679-7319-448C-9124-435145C7BBED}" type="presParOf" srcId="{88F46718-1B97-4878-98B9-BC852AF36D5D}" destId="{860D5264-5DC1-4276-B22F-42F81DD91A94}" srcOrd="6" destOrd="0" presId="urn:microsoft.com/office/officeart/2005/8/layout/process5"/>
    <dgm:cxn modelId="{82DA13C7-E2BB-47FE-8D64-737E9A483F25}" type="presParOf" srcId="{88F46718-1B97-4878-98B9-BC852AF36D5D}" destId="{376AE23B-207C-408C-965E-3B0A8EEFDE65}" srcOrd="7" destOrd="0" presId="urn:microsoft.com/office/officeart/2005/8/layout/process5"/>
    <dgm:cxn modelId="{B933B358-89DA-4C45-8CA2-86575F457820}" type="presParOf" srcId="{376AE23B-207C-408C-965E-3B0A8EEFDE65}" destId="{579271B4-76D9-44F4-AB6C-3CF3F9A672EE}" srcOrd="0" destOrd="0" presId="urn:microsoft.com/office/officeart/2005/8/layout/process5"/>
    <dgm:cxn modelId="{568E1F3B-D938-4BA7-BD98-720688822592}" type="presParOf" srcId="{88F46718-1B97-4878-98B9-BC852AF36D5D}" destId="{94839900-7509-4E69-815A-FC53679BAA32}" srcOrd="8" destOrd="0" presId="urn:microsoft.com/office/officeart/2005/8/layout/process5"/>
    <dgm:cxn modelId="{642E3E3E-CADC-43E5-9244-1217875191E3}" type="presParOf" srcId="{88F46718-1B97-4878-98B9-BC852AF36D5D}" destId="{38CC591E-D1F8-4083-B50D-F98A06023868}" srcOrd="9" destOrd="0" presId="urn:microsoft.com/office/officeart/2005/8/layout/process5"/>
    <dgm:cxn modelId="{192FBC68-7862-44F5-A043-037839BD1E7F}" type="presParOf" srcId="{38CC591E-D1F8-4083-B50D-F98A06023868}" destId="{0FDFACD8-CF35-44A7-8F83-B1E73BB2E748}" srcOrd="0" destOrd="0" presId="urn:microsoft.com/office/officeart/2005/8/layout/process5"/>
    <dgm:cxn modelId="{221DD402-6600-4E09-85B3-5EA87AE0B806}" type="presParOf" srcId="{88F46718-1B97-4878-98B9-BC852AF36D5D}" destId="{C9325558-5BAB-431B-AAFE-F191CBA507FD}" srcOrd="10" destOrd="0" presId="urn:microsoft.com/office/officeart/2005/8/layout/process5"/>
    <dgm:cxn modelId="{7F25E5CD-9A22-4155-A80F-929F0E3D0CC1}" type="presParOf" srcId="{88F46718-1B97-4878-98B9-BC852AF36D5D}" destId="{7103462D-45B8-49E2-9FD3-C0869729B173}" srcOrd="11" destOrd="0" presId="urn:microsoft.com/office/officeart/2005/8/layout/process5"/>
    <dgm:cxn modelId="{C333804F-3747-4DEB-B314-61968AAFAC23}" type="presParOf" srcId="{7103462D-45B8-49E2-9FD3-C0869729B173}" destId="{8951E301-7530-4371-BA22-440493A6F43E}" srcOrd="0" destOrd="0" presId="urn:microsoft.com/office/officeart/2005/8/layout/process5"/>
    <dgm:cxn modelId="{5E65D4E7-69DA-4DB5-8993-5EF51C13BE8D}" type="presParOf" srcId="{88F46718-1B97-4878-98B9-BC852AF36D5D}" destId="{5C5BFCF0-4105-4CBE-8431-665FF7757AB8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6324600" cy="5143500"/>
        <a:chOff x="0" y="0"/>
        <a:chExt cx="6324600" cy="5143500"/>
      </a:xfrm>
    </dsp:grpSpPr>
    <dsp:sp modelId="{7BE3F03D-FBBC-4148-B72D-F7C5A8F3A41C}">
      <dsp:nvSpPr>
        <dsp:cNvPr id="3" name="Rounded Rectangle 2"/>
        <dsp:cNvSpPr/>
      </dsp:nvSpPr>
      <dsp:spPr bwMode="white">
        <a:xfrm>
          <a:off x="5559" y="409713"/>
          <a:ext cx="1664531" cy="998719"/>
        </a:xfrm>
        <a:prstGeom prst="roundRect">
          <a:avLst>
            <a:gd name="adj" fmla="val 10000"/>
          </a:avLst>
        </a:prstGeom>
        <a:sp3d prstMaterial="plastic">
          <a:bevelT w="127000" h="25400" prst="relaxedInset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vert="horz" wrap="square" lIns="106680" tIns="106680" rIns="106680" bIns="106680" numCol="1" spcCol="1270" anchor="ctr" anchorCtr="0" forceAA="0"/>
        <a:lstStyle>
          <a:lvl1pPr algn="ctr">
            <a:defRPr sz="13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1500" b="0" kern="1200" dirty="0">
              <a:latin typeface="Arial" panose="020B0604020202020204"/>
              <a:ea typeface="+mn-ea"/>
              <a:cs typeface="+mn-cs"/>
            </a:rPr>
            <a:t>DATA</a:t>
          </a:r>
          <a:r>
            <a:rPr lang="en-IN" sz="500" b="0" kern="1200" dirty="0"/>
            <a:t> </a:t>
          </a:r>
          <a:r>
            <a:rPr lang="en-IN" sz="500" b="0" i="0" kern="1200" dirty="0"/>
            <a:t> </a:t>
          </a:r>
          <a:r>
            <a:rPr lang="en-IN" sz="1500" b="0" kern="1200" dirty="0">
              <a:latin typeface="Arial" panose="020B0604020202020204"/>
              <a:ea typeface="+mn-ea"/>
              <a:cs typeface="+mn-cs"/>
            </a:rPr>
            <a:t>INGESTION</a:t>
          </a:r>
          <a:r>
            <a:rPr lang="en-IN" sz="500" b="0" kern="1200" dirty="0"/>
            <a:t> </a:t>
          </a:r>
          <a:endParaRPr lang="en-IN" sz="500" kern="1200" dirty="0"/>
        </a:p>
      </dsp:txBody>
      <dsp:txXfrm>
        <a:off x="5559" y="409713"/>
        <a:ext cx="1664531" cy="998719"/>
      </dsp:txXfrm>
    </dsp:sp>
    <dsp:sp modelId="{4D8F806E-1EBC-4EF3-9DBD-FD441419C2C3}">
      <dsp:nvSpPr>
        <dsp:cNvPr id="4" name="Right Arrow 3"/>
        <dsp:cNvSpPr/>
      </dsp:nvSpPr>
      <dsp:spPr bwMode="white">
        <a:xfrm>
          <a:off x="1826556" y="702670"/>
          <a:ext cx="352881" cy="412804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>
            <a:solidFill>
              <a:srgbClr val="000000"/>
            </a:solidFill>
            <a:highlight>
              <a:srgbClr val="353535"/>
            </a:highlight>
          </a:endParaRPr>
        </a:p>
      </dsp:txBody>
      <dsp:txXfrm>
        <a:off x="1826556" y="702670"/>
        <a:ext cx="352881" cy="412804"/>
      </dsp:txXfrm>
    </dsp:sp>
    <dsp:sp modelId="{766CDE10-C1A3-4B05-B981-3D2B895C83E6}">
      <dsp:nvSpPr>
        <dsp:cNvPr id="5" name="Rounded Rectangle 4"/>
        <dsp:cNvSpPr/>
      </dsp:nvSpPr>
      <dsp:spPr bwMode="white">
        <a:xfrm>
          <a:off x="2335902" y="409713"/>
          <a:ext cx="1664531" cy="998719"/>
        </a:xfrm>
        <a:prstGeom prst="roundRect">
          <a:avLst>
            <a:gd name="adj" fmla="val 10000"/>
          </a:avLst>
        </a:prstGeom>
        <a:sp3d prstMaterial="plastic">
          <a:bevelT w="127000" h="25400" prst="relaxedInset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lIns="49530" tIns="49530" rIns="49530" bIns="49530" anchor="ctr"/>
        <a:lstStyle>
          <a:lvl1pPr algn="ctr">
            <a:defRPr sz="13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b="0" dirty="0"/>
            <a:t>PREPROCESSING &amp; CLEANING</a:t>
          </a:r>
          <a:endParaRPr lang="en-IN" dirty="0"/>
        </a:p>
      </dsp:txBody>
      <dsp:txXfrm>
        <a:off x="2335902" y="409713"/>
        <a:ext cx="1664531" cy="998719"/>
      </dsp:txXfrm>
    </dsp:sp>
    <dsp:sp modelId="{346BA6B4-0CBE-4FE8-B5C5-42C6D7BB5F0A}">
      <dsp:nvSpPr>
        <dsp:cNvPr id="6" name="Right Arrow 5"/>
        <dsp:cNvSpPr/>
      </dsp:nvSpPr>
      <dsp:spPr bwMode="white">
        <a:xfrm>
          <a:off x="4156899" y="702670"/>
          <a:ext cx="352881" cy="412804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lIns="0" tIns="0" rIns="0" bIns="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>
            <a:solidFill>
              <a:srgbClr val="000000"/>
            </a:solidFill>
            <a:highlight>
              <a:srgbClr val="353535"/>
            </a:highlight>
          </a:endParaRPr>
        </a:p>
      </dsp:txBody>
      <dsp:txXfrm>
        <a:off x="4156899" y="702670"/>
        <a:ext cx="352881" cy="412804"/>
      </dsp:txXfrm>
    </dsp:sp>
    <dsp:sp modelId="{30BEF5F4-0EB0-4E67-9822-5F4CEB7B7E3F}">
      <dsp:nvSpPr>
        <dsp:cNvPr id="7" name="Rounded Rectangle 6"/>
        <dsp:cNvSpPr/>
      </dsp:nvSpPr>
      <dsp:spPr bwMode="white">
        <a:xfrm>
          <a:off x="4666245" y="409713"/>
          <a:ext cx="1664531" cy="998719"/>
        </a:xfrm>
        <a:prstGeom prst="roundRect">
          <a:avLst>
            <a:gd name="adj" fmla="val 10000"/>
          </a:avLst>
        </a:prstGeom>
        <a:sp3d prstMaterial="plastic">
          <a:bevelT w="127000" h="25400" prst="relaxedInset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lIns="49530" tIns="49530" rIns="49530" bIns="49530" anchor="ctr"/>
        <a:lstStyle>
          <a:lvl1pPr algn="ctr">
            <a:defRPr sz="13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b="0" dirty="0"/>
            <a:t>SENTIMENT ANALYSIS (Python)</a:t>
          </a:r>
          <a:endParaRPr lang="en-IN" dirty="0"/>
        </a:p>
      </dsp:txBody>
      <dsp:txXfrm>
        <a:off x="4666245" y="409713"/>
        <a:ext cx="1664531" cy="998719"/>
      </dsp:txXfrm>
    </dsp:sp>
    <dsp:sp modelId="{94535583-5A3E-4954-BAAB-069795410981}">
      <dsp:nvSpPr>
        <dsp:cNvPr id="8" name="Right Arrow 7"/>
        <dsp:cNvSpPr/>
      </dsp:nvSpPr>
      <dsp:spPr bwMode="white">
        <a:xfrm rot="5424263">
          <a:off x="5316690" y="1534009"/>
          <a:ext cx="351907" cy="412804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rot="-5400000" lIns="0" tIns="0" rIns="0" bIns="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>
            <a:solidFill>
              <a:srgbClr val="000000"/>
            </a:solidFill>
            <a:highlight>
              <a:srgbClr val="353535"/>
            </a:highlight>
          </a:endParaRPr>
        </a:p>
      </dsp:txBody>
      <dsp:txXfrm rot="5424263">
        <a:off x="5316690" y="1534009"/>
        <a:ext cx="351907" cy="412804"/>
      </dsp:txXfrm>
    </dsp:sp>
    <dsp:sp modelId="{860D5264-5DC1-4276-B22F-42F81DD91A94}">
      <dsp:nvSpPr>
        <dsp:cNvPr id="9" name="Rounded Rectangle 8"/>
        <dsp:cNvSpPr/>
      </dsp:nvSpPr>
      <dsp:spPr bwMode="white">
        <a:xfrm>
          <a:off x="4654510" y="2072391"/>
          <a:ext cx="1664531" cy="998719"/>
        </a:xfrm>
        <a:prstGeom prst="roundRect">
          <a:avLst>
            <a:gd name="adj" fmla="val 10000"/>
          </a:avLst>
        </a:prstGeom>
        <a:sp3d prstMaterial="plastic">
          <a:bevelT w="127000" h="25400" prst="relaxedInset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lIns="49530" tIns="49530" rIns="49530" bIns="49530" anchor="ctr"/>
        <a:lstStyle>
          <a:lvl1pPr algn="ctr">
            <a:defRPr sz="13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b="0" dirty="0"/>
            <a:t>DASHBOARD DEPLOYMENT</a:t>
          </a:r>
          <a:endParaRPr lang="en-IN" dirty="0"/>
        </a:p>
      </dsp:txBody>
      <dsp:txXfrm>
        <a:off x="4654510" y="2072391"/>
        <a:ext cx="1664531" cy="998719"/>
      </dsp:txXfrm>
    </dsp:sp>
    <dsp:sp modelId="{376AE23B-207C-408C-965E-3B0A8EEFDE65}">
      <dsp:nvSpPr>
        <dsp:cNvPr id="10" name="Right Arrow 9"/>
        <dsp:cNvSpPr/>
      </dsp:nvSpPr>
      <dsp:spPr bwMode="white">
        <a:xfrm rot="10800000">
          <a:off x="4145164" y="2365348"/>
          <a:ext cx="352881" cy="412804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rot="10800000" lIns="0" tIns="0" rIns="0" bIns="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>
            <a:solidFill>
              <a:srgbClr val="000000"/>
            </a:solidFill>
            <a:highlight>
              <a:srgbClr val="353535"/>
            </a:highlight>
          </a:endParaRPr>
        </a:p>
      </dsp:txBody>
      <dsp:txXfrm rot="10800000">
        <a:off x="4145164" y="2365348"/>
        <a:ext cx="352881" cy="412804"/>
      </dsp:txXfrm>
    </dsp:sp>
    <dsp:sp modelId="{94839900-7509-4E69-815A-FC53679BAA32}">
      <dsp:nvSpPr>
        <dsp:cNvPr id="11" name="Rounded Rectangle 10"/>
        <dsp:cNvSpPr/>
      </dsp:nvSpPr>
      <dsp:spPr bwMode="white">
        <a:xfrm>
          <a:off x="2324167" y="2072391"/>
          <a:ext cx="1664531" cy="998719"/>
        </a:xfrm>
        <a:prstGeom prst="roundRect">
          <a:avLst>
            <a:gd name="adj" fmla="val 10000"/>
          </a:avLst>
        </a:prstGeom>
        <a:sp3d prstMaterial="plastic">
          <a:bevelT w="127000" h="25400" prst="relaxedInset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lIns="49530" tIns="49530" rIns="49530" bIns="49530" anchor="ctr"/>
        <a:lstStyle>
          <a:lvl1pPr algn="ctr">
            <a:defRPr sz="13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b="0" dirty="0"/>
            <a:t>POWER BI VISUALIZATION</a:t>
          </a:r>
          <a:endParaRPr lang="en-IN" dirty="0"/>
        </a:p>
      </dsp:txBody>
      <dsp:txXfrm>
        <a:off x="2324167" y="2072391"/>
        <a:ext cx="1664531" cy="998719"/>
      </dsp:txXfrm>
    </dsp:sp>
    <dsp:sp modelId="{38CC591E-D1F8-4083-B50D-F98A06023868}">
      <dsp:nvSpPr>
        <dsp:cNvPr id="12" name="Right Arrow 11"/>
        <dsp:cNvSpPr/>
      </dsp:nvSpPr>
      <dsp:spPr bwMode="white">
        <a:xfrm rot="10800000">
          <a:off x="1814820" y="2365348"/>
          <a:ext cx="352881" cy="412804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rot="10800000" lIns="0" tIns="0" rIns="0" bIns="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>
            <a:solidFill>
              <a:srgbClr val="000000"/>
            </a:solidFill>
            <a:highlight>
              <a:srgbClr val="353535"/>
            </a:highlight>
          </a:endParaRPr>
        </a:p>
      </dsp:txBody>
      <dsp:txXfrm rot="10800000">
        <a:off x="1814820" y="2365348"/>
        <a:ext cx="352881" cy="412804"/>
      </dsp:txXfrm>
    </dsp:sp>
    <dsp:sp modelId="{C9325558-5BAB-431B-AAFE-F191CBA507FD}">
      <dsp:nvSpPr>
        <dsp:cNvPr id="13" name="Rounded Rectangle 12"/>
        <dsp:cNvSpPr/>
      </dsp:nvSpPr>
      <dsp:spPr bwMode="white">
        <a:xfrm>
          <a:off x="-6176" y="2072391"/>
          <a:ext cx="1664531" cy="998719"/>
        </a:xfrm>
        <a:prstGeom prst="roundRect">
          <a:avLst>
            <a:gd name="adj" fmla="val 10000"/>
          </a:avLst>
        </a:prstGeom>
        <a:sp3d prstMaterial="plastic">
          <a:bevelT w="127000" h="25400" prst="relaxedInset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lIns="49530" tIns="49530" rIns="49530" bIns="49530" anchor="ctr"/>
        <a:lstStyle>
          <a:lvl1pPr algn="ctr">
            <a:defRPr sz="13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b="0" dirty="0"/>
            <a:t>DATA MODELING (Star Schema)</a:t>
          </a:r>
          <a:endParaRPr lang="en-IN" dirty="0"/>
        </a:p>
      </dsp:txBody>
      <dsp:txXfrm>
        <a:off x="-6176" y="2072391"/>
        <a:ext cx="1664531" cy="998719"/>
      </dsp:txXfrm>
    </dsp:sp>
    <dsp:sp modelId="{7103462D-45B8-49E2-9FD3-C0869729B173}">
      <dsp:nvSpPr>
        <dsp:cNvPr id="14" name="Right Arrow 13"/>
        <dsp:cNvSpPr/>
      </dsp:nvSpPr>
      <dsp:spPr bwMode="white">
        <a:xfrm rot="5375736">
          <a:off x="656003" y="3196687"/>
          <a:ext cx="351907" cy="412804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hemeClr val="accent1">
            <a:tint val="60000"/>
          </a:schemeClr>
        </a:lnRef>
        <a:fillRef idx="1">
          <a:schemeClr val="accent1">
            <a:tint val="60000"/>
          </a:schemeClr>
        </a:fillRef>
        <a:effectRef idx="2">
          <a:scrgbClr r="0" g="0" b="0"/>
        </a:effectRef>
        <a:fontRef idx="minor">
          <a:schemeClr val="lt1"/>
        </a:fontRef>
      </dsp:style>
      <dsp:txBody>
        <a:bodyPr rot="-5400000" lIns="0" tIns="0" rIns="0" bIns="0" anchor="ctr"/>
        <a:lstStyle>
          <a:lvl1pPr algn="ctr">
            <a:defRPr sz="1600"/>
          </a:lvl1pPr>
          <a:lvl2pPr marL="114300" indent="-114300" algn="ctr">
            <a:defRPr sz="1200"/>
          </a:lvl2pPr>
          <a:lvl3pPr marL="228600" indent="-114300" algn="ctr">
            <a:defRPr sz="1200"/>
          </a:lvl3pPr>
          <a:lvl4pPr marL="342900" indent="-114300" algn="ctr">
            <a:defRPr sz="1200"/>
          </a:lvl4pPr>
          <a:lvl5pPr marL="457200" indent="-114300" algn="ctr">
            <a:defRPr sz="1200"/>
          </a:lvl5pPr>
          <a:lvl6pPr marL="571500" indent="-114300" algn="ctr">
            <a:defRPr sz="1200"/>
          </a:lvl6pPr>
          <a:lvl7pPr marL="685800" indent="-114300" algn="ctr">
            <a:defRPr sz="1200"/>
          </a:lvl7pPr>
          <a:lvl8pPr marL="800100" indent="-114300" algn="ctr">
            <a:defRPr sz="1200"/>
          </a:lvl8pPr>
          <a:lvl9pPr marL="914400" indent="-114300" algn="ctr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IN">
            <a:solidFill>
              <a:srgbClr val="000000"/>
            </a:solidFill>
            <a:highlight>
              <a:srgbClr val="353535"/>
            </a:highlight>
          </a:endParaRPr>
        </a:p>
      </dsp:txBody>
      <dsp:txXfrm rot="5375736">
        <a:off x="656003" y="3196687"/>
        <a:ext cx="351907" cy="412804"/>
      </dsp:txXfrm>
    </dsp:sp>
    <dsp:sp modelId="{5C5BFCF0-4105-4CBE-8431-665FF7757AB8}">
      <dsp:nvSpPr>
        <dsp:cNvPr id="15" name="Rounded Rectangle 14"/>
        <dsp:cNvSpPr/>
      </dsp:nvSpPr>
      <dsp:spPr bwMode="white">
        <a:xfrm>
          <a:off x="5559" y="3735069"/>
          <a:ext cx="1664531" cy="998719"/>
        </a:xfrm>
        <a:prstGeom prst="roundRect">
          <a:avLst>
            <a:gd name="adj" fmla="val 10000"/>
          </a:avLst>
        </a:prstGeom>
        <a:sp3d prstMaterial="plastic">
          <a:bevelT w="127000" h="25400" prst="relaxedInset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lIns="49530" tIns="49530" rIns="49530" bIns="49530" anchor="ctr"/>
        <a:lstStyle>
          <a:lvl1pPr algn="ctr">
            <a:defRPr sz="13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b="0" dirty="0"/>
            <a:t>INSIGHTS &amp; DECISION MAKING </a:t>
          </a:r>
          <a:endParaRPr lang="en-IN" dirty="0"/>
        </a:p>
      </dsp:txBody>
      <dsp:txXfrm>
        <a:off x="5559" y="3735069"/>
        <a:ext cx="1664531" cy="9987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bkpt" val="endCnv"/>
          <dgm:param type="contDir" val="revDir"/>
          <dgm:param type="grDir" val="tL"/>
          <dgm:param type="flowDir" val="row"/>
        </dgm:alg>
      </dgm:if>
      <dgm:else name="Name2">
        <dgm:alg type="snake">
          <dgm:param type="bkpt" val="endCnv"/>
          <dgm:param type="contDir" val="rev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b169f12c09_0_2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3b169f12c09_0_2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b169f12c09_0_15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3b169f12c09_0_15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b169f12c09_0_1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b169f12c09_0_15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b169f12c09_0_15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3b169f12c09_0_15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3b169f12c09_0_15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3b169f12c09_0_15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b169f12c09_0_16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3b169f12c09_0_16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3aad05820da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3aad05820da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aad05820da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aad05820da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3aad05820da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3aad05820da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3aad05820da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3aad05820da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3b169f12c09_0_20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3b169f12c09_0_20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3b169f12c09_0_20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3b169f12c09_0_20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 panose="00000500000000000000"/>
              <a:buNone/>
              <a:defRPr sz="6800" b="1"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 panose="00000500000000000000"/>
              <a:buNone/>
              <a:defRPr sz="6800" b="1"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 panose="00000500000000000000"/>
              <a:buNone/>
              <a:defRPr sz="6800" b="1"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 panose="00000500000000000000"/>
              <a:buNone/>
              <a:defRPr sz="6800" b="1"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 panose="00000500000000000000"/>
              <a:buNone/>
              <a:defRPr sz="6800" b="1"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 panose="00000500000000000000"/>
              <a:buNone/>
              <a:defRPr sz="6800" b="1"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 panose="00000500000000000000"/>
              <a:buNone/>
              <a:defRPr sz="6800" b="1"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 panose="00000500000000000000"/>
              <a:buNone/>
              <a:defRPr sz="6800" b="1"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 panose="00000500000000000000"/>
              <a:buNone/>
              <a:defRPr sz="6800" b="1"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9pPr>
          </a:lstStyle>
          <a:p/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 panose="00000500000000000000"/>
              <a:buNone/>
              <a:defRPr sz="2400" b="1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 panose="00000500000000000000"/>
              <a:buNone/>
              <a:defRPr sz="2400" b="1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 panose="00000500000000000000"/>
              <a:buNone/>
              <a:defRPr sz="2400" b="1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 panose="00000500000000000000"/>
              <a:buNone/>
              <a:defRPr sz="2400" b="1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 panose="00000500000000000000"/>
              <a:buNone/>
              <a:defRPr sz="2400" b="1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 panose="00000500000000000000"/>
              <a:buNone/>
              <a:defRPr sz="2400" b="1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 panose="00000500000000000000"/>
              <a:buNone/>
              <a:defRPr sz="2400" b="1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 panose="00000500000000000000"/>
              <a:buNone/>
              <a:defRPr sz="2400" b="1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 panose="00000500000000000000"/>
              <a:buNone/>
              <a:defRPr sz="2400" b="1">
                <a:solidFill>
                  <a:schemeClr val="lt1"/>
                </a:solidFill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9pPr>
          </a:lstStyle>
          <a:p/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chemeClr val="accent4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 panose="00000500000000000000"/>
              <a:buNone/>
              <a:defRPr sz="4800" b="1"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 panose="00000500000000000000"/>
              <a:buNone/>
              <a:defRPr sz="4800" b="1"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 panose="00000500000000000000"/>
              <a:buNone/>
              <a:defRPr sz="4800" b="1"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 panose="00000500000000000000"/>
              <a:buNone/>
              <a:defRPr sz="4800" b="1"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 panose="00000500000000000000"/>
              <a:buNone/>
              <a:defRPr sz="4800" b="1"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 panose="00000500000000000000"/>
              <a:buNone/>
              <a:defRPr sz="4800" b="1"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 panose="00000500000000000000"/>
              <a:buNone/>
              <a:defRPr sz="4800" b="1"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 panose="00000500000000000000"/>
              <a:buNone/>
              <a:defRPr sz="4800" b="1"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 panose="00000500000000000000"/>
              <a:buNone/>
              <a:defRPr sz="4800" b="1"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9pPr>
          </a:lstStyle>
          <a:p/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 panose="00000500000000000000"/>
              <a:buNone/>
              <a:defRPr sz="5400">
                <a:solidFill>
                  <a:schemeClr val="lt1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 panose="00000500000000000000"/>
              <a:buNone/>
              <a:defRPr sz="5400">
                <a:solidFill>
                  <a:schemeClr val="lt1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 panose="00000500000000000000"/>
              <a:buNone/>
              <a:defRPr sz="5400">
                <a:solidFill>
                  <a:schemeClr val="lt1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 panose="00000500000000000000"/>
              <a:buNone/>
              <a:defRPr sz="5400">
                <a:solidFill>
                  <a:schemeClr val="lt1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 panose="00000500000000000000"/>
              <a:buNone/>
              <a:defRPr sz="5400">
                <a:solidFill>
                  <a:schemeClr val="lt1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 panose="00000500000000000000"/>
              <a:buNone/>
              <a:defRPr sz="5400">
                <a:solidFill>
                  <a:schemeClr val="lt1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 panose="00000500000000000000"/>
              <a:buNone/>
              <a:defRPr sz="5400">
                <a:solidFill>
                  <a:schemeClr val="lt1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 panose="00000500000000000000"/>
              <a:buNone/>
              <a:defRPr sz="5400">
                <a:solidFill>
                  <a:schemeClr val="lt1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 panose="00000500000000000000"/>
              <a:buNone/>
              <a:defRPr sz="5400">
                <a:solidFill>
                  <a:schemeClr val="lt1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9pPr>
          </a:lstStyle>
          <a:p/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 panose="00000500000000000000"/>
              <a:buNone/>
              <a:defRPr sz="14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 panose="00000500000000000000"/>
              <a:buNone/>
              <a:defRPr sz="14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 panose="00000500000000000000"/>
              <a:buNone/>
              <a:defRPr sz="14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 panose="00000500000000000000"/>
              <a:buNone/>
              <a:defRPr sz="14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 panose="00000500000000000000"/>
              <a:buNone/>
              <a:defRPr sz="14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 panose="00000500000000000000"/>
              <a:buNone/>
              <a:defRPr sz="14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 panose="00000500000000000000"/>
              <a:buNone/>
              <a:defRPr sz="14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 panose="00000500000000000000"/>
              <a:buNone/>
              <a:defRPr sz="14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 panose="00000500000000000000"/>
              <a:buNone/>
              <a:defRPr sz="14000">
                <a:latin typeface="Montserrat" panose="00000500000000000000"/>
                <a:ea typeface="Montserrat" panose="00000500000000000000"/>
                <a:cs typeface="Montserrat" panose="00000500000000000000"/>
                <a:sym typeface="Montserrat" panose="00000500000000000000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Alt 2">
  <p:cSld name="BLANK_2">
    <p:bg>
      <p:bgPr>
        <a:solidFill>
          <a:schemeClr val="l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0" name="Google Shape;60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name="adj1" fmla="val 694140"/>
              <a:gd name="adj2" fmla="val 11948531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2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2" name="Google Shape;62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63" name="Google Shape;63;p14"/>
          <p:cNvGrpSpPr/>
          <p:nvPr/>
        </p:nvGrpSpPr>
        <p:grpSpPr>
          <a:xfrm rot="10800000" flipH="1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4" name="Google Shape;64;p14"/>
            <p:cNvSpPr/>
            <p:nvPr/>
          </p:nvSpPr>
          <p:spPr>
            <a:xfrm>
              <a:off x="4208325" y="1644500"/>
              <a:ext cx="4962825" cy="3516000"/>
            </a:xfrm>
            <a:custGeom>
              <a:avLst/>
              <a:gdLst/>
              <a:ahLst/>
              <a:cxnLst/>
              <a:rect l="l" t="t" r="r" b="b"/>
              <a:pathLst>
                <a:path w="198513" h="140640" extrusionOk="0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5" name="Google Shape;65;p14"/>
            <p:cNvSpPr/>
            <p:nvPr/>
          </p:nvSpPr>
          <p:spPr>
            <a:xfrm>
              <a:off x="3200875" y="1642950"/>
              <a:ext cx="1795975" cy="3517550"/>
            </a:xfrm>
            <a:custGeom>
              <a:avLst/>
              <a:gdLst/>
              <a:ahLst/>
              <a:cxnLst/>
              <a:rect l="l" t="t" r="r" b="b"/>
              <a:pathLst>
                <a:path w="71839" h="140702" extrusionOk="0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6" name="Google Shape;66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7" name="Google Shape;67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8" name="Google Shape;68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2" name="Google Shape;72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73" name="Google Shape;73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4" name="Google Shape;74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" name="Google Shape;77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2" name="Google Shape;82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83" name="Google Shape;83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4" name="Google Shape;84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5" name="Google Shape;85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 panose="020B0503050203000203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 panose="020B0503050203000203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 panose="020B0503050203000203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 panose="020B0503050203000203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 panose="020B0503050203000203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 panose="020B0503050203000203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 panose="020B0503050203000203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 panose="020B0503050203000203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">
  <p:cSld name="BLANK_1_1_3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9" name="Google Shape;89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90" name="Google Shape;90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1" name="Google Shape;91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6" name="Google Shape;96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7" name="Google Shape;9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2" name="Google Shape;102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3" name="Google Shape;10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4" name="Google Shape;10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5" name="Google Shape;10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8" name="Google Shape;108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9" name="Google Shape;10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0" name="Google Shape;11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1" name="Google Shape;11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2" name="Google Shape;11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3" name="Google Shape;11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4" name="Google Shape;114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5" name="Google Shape;115;p15"/>
          <p:cNvSpPr/>
          <p:nvPr/>
        </p:nvSpPr>
        <p:spPr>
          <a:xfrm flipH="1">
            <a:off x="12" y="3308203"/>
            <a:ext cx="9143963" cy="1835315"/>
          </a:xfrm>
          <a:custGeom>
            <a:avLst/>
            <a:gdLst/>
            <a:ahLst/>
            <a:cxnLst/>
            <a:rect l="l" t="t" r="r" b="b"/>
            <a:pathLst>
              <a:path w="61561" h="29205" extrusionOk="0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11" y="2611497"/>
            <a:ext cx="725708" cy="1448283"/>
          </a:xfrm>
          <a:custGeom>
            <a:avLst/>
            <a:gdLst/>
            <a:ahLst/>
            <a:cxnLst/>
            <a:rect l="l" t="t" r="r" b="b"/>
            <a:pathLst>
              <a:path w="25297" h="50476" extrusionOk="0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7" name="Google Shape;117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8" name="Google Shape;118;p15"/>
          <p:cNvSpPr/>
          <p:nvPr/>
        </p:nvSpPr>
        <p:spPr>
          <a:xfrm rot="-5400000" flipH="1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20" name="Google Shape;120;p15"/>
          <p:cNvSpPr txBox="1">
            <a:spLocks noGrp="1"/>
          </p:cNvSpPr>
          <p:nvPr>
            <p:ph type="title" idx="2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1" name="Google Shape;121;p15"/>
          <p:cNvSpPr txBox="1">
            <a:spLocks noGrp="1"/>
          </p:cNvSpPr>
          <p:nvPr>
            <p:ph type="body" idx="1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22" name="Google Shape;122;p15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BLANK_1_1_2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5" name="Google Shape;125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6" name="Google Shape;126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7" name="Google Shape;127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2" name="Google Shape;132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3" name="Google Shape;13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8" name="Google Shape;138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9" name="Google Shape;13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0" name="Google Shape;14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1" name="Google Shape;14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4" name="Google Shape;144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5" name="Google Shape;14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6" name="Google Shape;14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7" name="Google Shape;14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8" name="Google Shape;14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9" name="Google Shape;14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50" name="Google Shape;150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2" name="Google Shape;152;p16"/>
          <p:cNvSpPr/>
          <p:nvPr/>
        </p:nvSpPr>
        <p:spPr>
          <a:xfrm flipH="1">
            <a:off x="8423546" y="3087297"/>
            <a:ext cx="725708" cy="1448283"/>
          </a:xfrm>
          <a:custGeom>
            <a:avLst/>
            <a:gdLst/>
            <a:ahLst/>
            <a:cxnLst/>
            <a:rect l="l" t="t" r="r" b="b"/>
            <a:pathLst>
              <a:path w="25297" h="50476" extrusionOk="0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dist="76200" dir="7800000" algn="bl" rotWithShape="0">
              <a:schemeClr val="accent1">
                <a:alpha val="2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3" name="Google Shape;153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dist="28575" dir="2700000" algn="bl" rotWithShape="0">
              <a:schemeClr val="accent1">
                <a:alpha val="2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dist="38100" dir="5400000" algn="bl" rotWithShape="0">
              <a:schemeClr val="accent3">
                <a:alpha val="3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5" name="Google Shape;155;p16"/>
          <p:cNvSpPr txBox="1">
            <a:spLocks noGrp="1"/>
          </p:cNvSpPr>
          <p:nvPr>
            <p:ph type="body" idx="1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 panose="020B0503050203000203"/>
              <a:buChar char="●"/>
              <a:defRPr sz="3600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L="914400" lvl="1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 panose="020B0503050203000203"/>
              <a:buChar char="○"/>
              <a:defRPr sz="3600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L="1371600" lvl="2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 panose="020B0503050203000203"/>
              <a:buChar char="■"/>
              <a:defRPr sz="3600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L="1828800" lvl="3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 panose="020B0503050203000203"/>
              <a:buChar char="●"/>
              <a:defRPr sz="3600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L="2286000" lvl="4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 panose="020B0503050203000203"/>
              <a:buChar char="○"/>
              <a:defRPr sz="3600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L="2743200" lvl="5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 panose="020B0503050203000203"/>
              <a:buChar char="■"/>
              <a:defRPr sz="3600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marL="3200400" lvl="6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 panose="020B0503050203000203"/>
              <a:buChar char="●"/>
              <a:defRPr sz="3600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marL="3657600" lvl="7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 panose="020B0503050203000203"/>
              <a:buChar char="○"/>
              <a:defRPr sz="3600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marL="4114800" lvl="8" indent="-457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 panose="020B0503050203000203"/>
              <a:buChar char="■"/>
              <a:defRPr sz="3600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sp>
        <p:nvSpPr>
          <p:cNvPr id="156" name="Google Shape;156;p16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Alt 1">
  <p:cSld name="BLANK_1_1_1_1_1_1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name="adj1" fmla="val 4346562"/>
              <a:gd name="adj2" fmla="val 1725432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5" name="Google Shape;235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name="adj1" fmla="val 3282930"/>
              <a:gd name="adj2" fmla="val 1474422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6008850" y="3120100"/>
            <a:ext cx="3135148" cy="2023395"/>
          </a:xfrm>
          <a:custGeom>
            <a:avLst/>
            <a:gdLst/>
            <a:ahLst/>
            <a:cxnLst/>
            <a:rect l="l" t="t" r="r" b="b"/>
            <a:pathLst>
              <a:path w="61561" h="29205" extrusionOk="0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7" name="Google Shape;237;p19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8" name="Google Shape;238;p19"/>
          <p:cNvSpPr txBox="1">
            <a:spLocks noGrp="1"/>
          </p:cNvSpPr>
          <p:nvPr>
            <p:ph type="title" idx="2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9" name="Google Shape;239;p19"/>
          <p:cNvSpPr txBox="1">
            <a:spLocks noGrp="1"/>
          </p:cNvSpPr>
          <p:nvPr>
            <p:ph type="subTitle" idx="1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9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Alt 2">
  <p:cSld name="BLANK_1_1_1_1_1_1_1_2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"/>
          <p:cNvSpPr/>
          <p:nvPr/>
        </p:nvSpPr>
        <p:spPr>
          <a:xfrm>
            <a:off x="5861425" y="3065475"/>
            <a:ext cx="3282600" cy="2078950"/>
          </a:xfrm>
          <a:custGeom>
            <a:avLst/>
            <a:gdLst/>
            <a:ahLst/>
            <a:cxnLst/>
            <a:rect l="l" t="t" r="r" b="b"/>
            <a:pathLst>
              <a:path w="131304" h="83158" extrusionOk="0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43" name="Google Shape;243;p20"/>
          <p:cNvSpPr/>
          <p:nvPr/>
        </p:nvSpPr>
        <p:spPr>
          <a:xfrm>
            <a:off x="6818025" y="1675"/>
            <a:ext cx="2326300" cy="3183925"/>
          </a:xfrm>
          <a:custGeom>
            <a:avLst/>
            <a:gdLst/>
            <a:ahLst/>
            <a:cxnLst/>
            <a:rect l="l" t="t" r="r" b="b"/>
            <a:pathLst>
              <a:path w="93052" h="127357" extrusionOk="0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4" name="Google Shape;244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5" name="Google Shape;245;p20"/>
            <p:cNvGrpSpPr/>
            <p:nvPr/>
          </p:nvGrpSpPr>
          <p:grpSpPr>
            <a:xfrm rot="10800000" flipH="1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6" name="Google Shape;246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7" name="Google Shape;247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8" name="Google Shape;248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51" name="Google Shape;251;p20"/>
            <p:cNvGrpSpPr/>
            <p:nvPr/>
          </p:nvGrpSpPr>
          <p:grpSpPr>
            <a:xfrm rot="10800000" flipH="1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52" name="Google Shape;25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3" name="Google Shape;25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4" name="Google Shape;25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5" name="Google Shape;25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6" name="Google Shape;25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7" name="Google Shape;257;p20"/>
            <p:cNvSpPr/>
            <p:nvPr/>
          </p:nvSpPr>
          <p:spPr>
            <a:xfrm rot="10800000" flipH="1">
              <a:off x="1927813" y="392406"/>
              <a:ext cx="402000" cy="407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8" name="Google Shape;258;p20"/>
          <p:cNvSpPr txBox="1">
            <a:spLocks noGrp="1"/>
          </p:cNvSpPr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 panose="020B0503050203000203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 panose="020B0503050203000203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 panose="020B0503050203000203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 panose="020B0503050203000203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 panose="020B0503050203000203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 panose="020B0503050203000203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 panose="020B0503050203000203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 panose="020B0503050203000203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9" name="Google Shape;259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name="adj1" fmla="val 2600939"/>
              <a:gd name="adj2" fmla="val 1856118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0" name="Google Shape;260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name="adj1" fmla="val 837048"/>
              <a:gd name="adj2" fmla="val 1966528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20"/>
          <p:cNvSpPr txBox="1">
            <a:spLocks noGrp="1"/>
          </p:cNvSpPr>
          <p:nvPr>
            <p:ph type="title" idx="2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62" name="Google Shape;262;p20"/>
          <p:cNvSpPr txBox="1">
            <a:spLocks noGrp="1"/>
          </p:cNvSpPr>
          <p:nvPr>
            <p:ph type="subTitle" idx="1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63" name="Google Shape;263;p20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LANK_1_1_1_1_1_1_1_1_1_1_10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"/>
          <p:cNvSpPr/>
          <p:nvPr/>
        </p:nvSpPr>
        <p:spPr>
          <a:xfrm rot="-900031" flipH="1">
            <a:off x="1792020" y="1182391"/>
            <a:ext cx="5560068" cy="196350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6" name="Google Shape;266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7" name="Google Shape;267;p21"/>
          <p:cNvSpPr txBox="1">
            <a:spLocks noGrp="1"/>
          </p:cNvSpPr>
          <p:nvPr>
            <p:ph type="body" idx="1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8" name="Google Shape;268;p21"/>
          <p:cNvSpPr txBox="1">
            <a:spLocks noGrp="1"/>
          </p:cNvSpPr>
          <p:nvPr>
            <p:ph type="title" hasCustomPrompt="1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 panose="020B0503050203000203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 panose="020B0503050203000203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 panose="020B0503050203000203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 panose="020B0503050203000203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 panose="020B0503050203000203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 panose="020B0503050203000203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 panose="020B0503050203000203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 panose="020B0503050203000203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 panose="020B0503050203000203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21"/>
          <p:cNvSpPr/>
          <p:nvPr/>
        </p:nvSpPr>
        <p:spPr>
          <a:xfrm rot="900031" flipH="1">
            <a:off x="1791931" y="1182353"/>
            <a:ext cx="5560068" cy="196350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2">
  <p:cSld name="BLANK_1_1_1_1_1_1_1_1_1_1_9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72" name="Google Shape;272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73" name="Google Shape;273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4" name="Google Shape;274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5" name="Google Shape;275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8" name="Google Shape;278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9" name="Google Shape;279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0" name="Google Shape;280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83" name="Google Shape;283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4" name="Google Shape;284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5" name="Google Shape;285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6" name="Google Shape;286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7" name="Google Shape;287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8" name="Google Shape;288;p22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2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90" name="Google Shape;290;p22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CUSTOM_2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3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93" name="Google Shape;293;p23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4" name="Google Shape;294;p23"/>
          <p:cNvGrpSpPr/>
          <p:nvPr/>
        </p:nvGrpSpPr>
        <p:grpSpPr>
          <a:xfrm rot="10800000" flipH="1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5" name="Google Shape;295;p23"/>
            <p:cNvSpPr/>
            <p:nvPr/>
          </p:nvSpPr>
          <p:spPr>
            <a:xfrm>
              <a:off x="4306084" y="4485495"/>
              <a:ext cx="4837921" cy="658008"/>
            </a:xfrm>
            <a:custGeom>
              <a:avLst/>
              <a:gdLst/>
              <a:ahLst/>
              <a:cxnLst/>
              <a:rect l="l" t="t" r="r" b="b"/>
              <a:pathLst>
                <a:path w="89824" h="12217" fill="none" extrusionOk="0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6" name="Google Shape;296;p23"/>
            <p:cNvSpPr/>
            <p:nvPr/>
          </p:nvSpPr>
          <p:spPr>
            <a:xfrm>
              <a:off x="4306084" y="3738493"/>
              <a:ext cx="4837921" cy="747038"/>
            </a:xfrm>
            <a:custGeom>
              <a:avLst/>
              <a:gdLst/>
              <a:ahLst/>
              <a:cxnLst/>
              <a:rect l="l" t="t" r="r" b="b"/>
              <a:pathLst>
                <a:path w="89824" h="13870" fill="none" extrusionOk="0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7" name="Google Shape;297;p23"/>
            <p:cNvSpPr/>
            <p:nvPr/>
          </p:nvSpPr>
          <p:spPr>
            <a:xfrm>
              <a:off x="4306084" y="2701610"/>
              <a:ext cx="4837921" cy="1036913"/>
            </a:xfrm>
            <a:custGeom>
              <a:avLst/>
              <a:gdLst/>
              <a:ahLst/>
              <a:cxnLst/>
              <a:rect l="l" t="t" r="r" b="b"/>
              <a:pathLst>
                <a:path w="89824" h="19252" fill="none" extrusionOk="0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8" name="Google Shape;298;p23"/>
          <p:cNvSpPr txBox="1">
            <a:spLocks noGrp="1"/>
          </p:cNvSpPr>
          <p:nvPr>
            <p:ph type="subTitle" idx="1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>
            <a:spLocks noGrp="1"/>
          </p:cNvSpPr>
          <p:nvPr>
            <p:ph type="subTitle" idx="3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23"/>
          <p:cNvSpPr txBox="1">
            <a:spLocks noGrp="1"/>
          </p:cNvSpPr>
          <p:nvPr>
            <p:ph type="subTitle" idx="4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23"/>
          <p:cNvSpPr txBox="1">
            <a:spLocks noGrp="1"/>
          </p:cNvSpPr>
          <p:nvPr>
            <p:ph type="subTitle" idx="5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23"/>
          <p:cNvSpPr txBox="1">
            <a:spLocks noGrp="1"/>
          </p:cNvSpPr>
          <p:nvPr>
            <p:ph type="subTitle" idx="6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23"/>
          <p:cNvSpPr txBox="1">
            <a:spLocks noGrp="1"/>
          </p:cNvSpPr>
          <p:nvPr>
            <p:ph type="subTitle" idx="7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4" name="Google Shape;304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5" name="Google Shape;305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avLst/>
              <a:gdLst/>
              <a:ahLst/>
              <a:cxnLst/>
              <a:rect l="l" t="t" r="r" b="b"/>
              <a:pathLst>
                <a:path w="409856" h="140705" extrusionOk="0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6" name="Google Shape;306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avLst/>
              <a:gdLst/>
              <a:ahLst/>
              <a:cxnLst/>
              <a:rect l="l" t="t" r="r" b="b"/>
              <a:pathLst>
                <a:path w="31649" h="140700" extrusionOk="0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7" name="Google Shape;307;p23"/>
          <p:cNvSpPr txBox="1">
            <a:spLocks noGrp="1"/>
          </p:cNvSpPr>
          <p:nvPr>
            <p:ph type="title" idx="8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BLANK_1_1_1_1_1_1_1_1_1_1_7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/>
          <p:nvPr/>
        </p:nvSpPr>
        <p:spPr>
          <a:xfrm>
            <a:off x="5050850" y="3243900"/>
            <a:ext cx="4093093" cy="1899657"/>
          </a:xfrm>
          <a:custGeom>
            <a:avLst/>
            <a:gdLst/>
            <a:ahLst/>
            <a:cxnLst/>
            <a:rect l="l" t="t" r="r" b="b"/>
            <a:pathLst>
              <a:path w="115714" h="54955" fill="none" extrusionOk="0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6123025" y="-3887"/>
            <a:ext cx="3022650" cy="837525"/>
          </a:xfrm>
          <a:custGeom>
            <a:avLst/>
            <a:gdLst/>
            <a:ahLst/>
            <a:cxnLst/>
            <a:rect l="l" t="t" r="r" b="b"/>
            <a:pathLst>
              <a:path w="120906" h="33501" extrusionOk="0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dist="219075" dir="5700000" algn="bl" rotWithShape="0">
              <a:schemeClr val="lt2">
                <a:alpha val="40000"/>
              </a:schemeClr>
            </a:outerShdw>
          </a:effectLst>
        </p:spPr>
      </p:sp>
      <p:sp>
        <p:nvSpPr>
          <p:cNvPr id="311" name="Google Shape;311;p24"/>
          <p:cNvSpPr txBox="1">
            <a:spLocks noGrp="1"/>
          </p:cNvSpPr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12" name="Google Shape;312;p24"/>
          <p:cNvSpPr txBox="1">
            <a:spLocks noGrp="1"/>
          </p:cNvSpPr>
          <p:nvPr>
            <p:ph type="title" idx="2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13" name="Google Shape;313;p24"/>
          <p:cNvSpPr txBox="1">
            <a:spLocks noGrp="1"/>
          </p:cNvSpPr>
          <p:nvPr>
            <p:ph type="title" idx="3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>
            <a:spLocks noGrp="1"/>
          </p:cNvSpPr>
          <p:nvPr>
            <p:ph type="title" idx="4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>
            <a:spLocks noGrp="1"/>
          </p:cNvSpPr>
          <p:nvPr>
            <p:ph type="title" idx="5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6" name="Google Shape;316;p24"/>
          <p:cNvSpPr txBox="1">
            <a:spLocks noGrp="1"/>
          </p:cNvSpPr>
          <p:nvPr>
            <p:ph type="title" idx="6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7" name="Google Shape;317;p24"/>
          <p:cNvSpPr txBox="1">
            <a:spLocks noGrp="1"/>
          </p:cNvSpPr>
          <p:nvPr>
            <p:ph type="title" idx="7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8" name="Google Shape;318;p24"/>
          <p:cNvSpPr txBox="1">
            <a:spLocks noGrp="1"/>
          </p:cNvSpPr>
          <p:nvPr>
            <p:ph type="title" idx="8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9" name="Google Shape;319;p24"/>
          <p:cNvSpPr txBox="1">
            <a:spLocks noGrp="1"/>
          </p:cNvSpPr>
          <p:nvPr>
            <p:ph type="title" idx="9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>
            <a:spLocks noGrp="1"/>
          </p:cNvSpPr>
          <p:nvPr>
            <p:ph type="title" idx="13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21" name="Google Shape;321;p24"/>
          <p:cNvSpPr txBox="1">
            <a:spLocks noGrp="1"/>
          </p:cNvSpPr>
          <p:nvPr>
            <p:ph type="title" idx="14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2" name="Google Shape;322;p24"/>
          <p:cNvSpPr txBox="1">
            <a:spLocks noGrp="1"/>
          </p:cNvSpPr>
          <p:nvPr>
            <p:ph type="title" idx="15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23" name="Google Shape;323;p24"/>
          <p:cNvSpPr txBox="1">
            <a:spLocks noGrp="1"/>
          </p:cNvSpPr>
          <p:nvPr>
            <p:ph type="title" idx="16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4" name="Google Shape;324;p24"/>
          <p:cNvSpPr txBox="1">
            <a:spLocks noGrp="1"/>
          </p:cNvSpPr>
          <p:nvPr>
            <p:ph type="title" idx="17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hart">
  <p:cSld name="BLANK_1_1_1_1_1_1_1_1_1_1_7_1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5"/>
          <p:cNvSpPr/>
          <p:nvPr/>
        </p:nvSpPr>
        <p:spPr>
          <a:xfrm rot="-1079220" flipH="1">
            <a:off x="-2010221" y="4250160"/>
            <a:ext cx="4477637" cy="804981"/>
          </a:xfrm>
          <a:prstGeom prst="chord">
            <a:avLst>
              <a:gd name="adj1" fmla="val 2752926"/>
              <a:gd name="adj2" fmla="val 1719354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7" name="Google Shape;327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8" name="Google Shape;328;p25"/>
            <p:cNvSpPr/>
            <p:nvPr/>
          </p:nvSpPr>
          <p:spPr>
            <a:xfrm>
              <a:off x="675320" y="-5692564"/>
              <a:ext cx="1010925" cy="7239975"/>
            </a:xfrm>
            <a:custGeom>
              <a:avLst/>
              <a:gdLst/>
              <a:ahLst/>
              <a:cxnLst/>
              <a:rect l="l" t="t" r="r" b="b"/>
              <a:pathLst>
                <a:path w="40437" h="289599" extrusionOk="0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9" name="Google Shape;329;p25"/>
            <p:cNvSpPr/>
            <p:nvPr/>
          </p:nvSpPr>
          <p:spPr>
            <a:xfrm>
              <a:off x="670045" y="1494661"/>
              <a:ext cx="1026300" cy="2014450"/>
            </a:xfrm>
            <a:custGeom>
              <a:avLst/>
              <a:gdLst/>
              <a:ahLst/>
              <a:cxnLst/>
              <a:rect l="l" t="t" r="r" b="b"/>
              <a:pathLst>
                <a:path w="41052" h="80578" extrusionOk="0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30" name="Google Shape;330;p25"/>
          <p:cNvSpPr txBox="1">
            <a:spLocks noGrp="1"/>
          </p:cNvSpPr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1" name="Google Shape;331;p25"/>
          <p:cNvSpPr txBox="1">
            <a:spLocks noGrp="1"/>
          </p:cNvSpPr>
          <p:nvPr>
            <p:ph type="title" idx="2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>
            <a:spLocks noGrp="1"/>
          </p:cNvSpPr>
          <p:nvPr>
            <p:ph type="title" idx="3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3" name="Google Shape;333;p25"/>
          <p:cNvSpPr txBox="1">
            <a:spLocks noGrp="1"/>
          </p:cNvSpPr>
          <p:nvPr>
            <p:ph type="title" idx="4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4" name="Google Shape;334;p25"/>
          <p:cNvSpPr txBox="1">
            <a:spLocks noGrp="1"/>
          </p:cNvSpPr>
          <p:nvPr>
            <p:ph type="title" idx="5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 panose="020B0503050203000203"/>
                <a:ea typeface="IBM Plex Sans SemiBold" panose="020B0503050203000203"/>
                <a:cs typeface="IBM Plex Sans SemiBold" panose="020B0503050203000203"/>
                <a:sym typeface="IBM Plex Sans SemiBold" panose="020B0503050203000203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 panose="020B0503050203000203"/>
                <a:ea typeface="IBM Plex Sans SemiBold" panose="020B0503050203000203"/>
                <a:cs typeface="IBM Plex Sans SemiBold" panose="020B0503050203000203"/>
                <a:sym typeface="IBM Plex Sans SemiBold" panose="020B0503050203000203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 panose="020B0503050203000203"/>
                <a:ea typeface="IBM Plex Sans SemiBold" panose="020B0503050203000203"/>
                <a:cs typeface="IBM Plex Sans SemiBold" panose="020B0503050203000203"/>
                <a:sym typeface="IBM Plex Sans SemiBold" panose="020B0503050203000203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 panose="020B0503050203000203"/>
                <a:ea typeface="IBM Plex Sans SemiBold" panose="020B0503050203000203"/>
                <a:cs typeface="IBM Plex Sans SemiBold" panose="020B0503050203000203"/>
                <a:sym typeface="IBM Plex Sans SemiBold" panose="020B0503050203000203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 panose="020B0503050203000203"/>
                <a:ea typeface="IBM Plex Sans SemiBold" panose="020B0503050203000203"/>
                <a:cs typeface="IBM Plex Sans SemiBold" panose="020B0503050203000203"/>
                <a:sym typeface="IBM Plex Sans SemiBold" panose="020B0503050203000203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 panose="020B0503050203000203"/>
                <a:ea typeface="IBM Plex Sans SemiBold" panose="020B0503050203000203"/>
                <a:cs typeface="IBM Plex Sans SemiBold" panose="020B0503050203000203"/>
                <a:sym typeface="IBM Plex Sans SemiBold" panose="020B0503050203000203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 panose="020B0503050203000203"/>
                <a:ea typeface="IBM Plex Sans SemiBold" panose="020B0503050203000203"/>
                <a:cs typeface="IBM Plex Sans SemiBold" panose="020B0503050203000203"/>
                <a:sym typeface="IBM Plex Sans SemiBold" panose="020B0503050203000203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 panose="020B0503050203000203"/>
                <a:ea typeface="IBM Plex Sans SemiBold" panose="020B0503050203000203"/>
                <a:cs typeface="IBM Plex Sans SemiBold" panose="020B0503050203000203"/>
                <a:sym typeface="IBM Plex Sans SemiBold" panose="020B0503050203000203"/>
              </a:defRPr>
            </a:lvl9pPr>
          </a:lstStyle>
          <a:p/>
        </p:txBody>
      </p:sp>
      <p:sp>
        <p:nvSpPr>
          <p:cNvPr id="335" name="Google Shape;335;p25"/>
          <p:cNvSpPr txBox="1">
            <a:spLocks noGrp="1"/>
          </p:cNvSpPr>
          <p:nvPr>
            <p:ph type="title" idx="6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6" name="Google Shape;336;p25"/>
          <p:cNvSpPr txBox="1">
            <a:spLocks noGrp="1"/>
          </p:cNvSpPr>
          <p:nvPr>
            <p:ph type="title" idx="7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BLANK_1_1_1_1_1_1_1_1_1_1_6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9" name="Google Shape;339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40" name="Google Shape;340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41" name="Google Shape;341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42" name="Google Shape;342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3" name="Google Shape;343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6" name="Google Shape;346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7" name="Google Shape;347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8" name="Google Shape;348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51" name="Google Shape;351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52" name="Google Shape;352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3" name="Google Shape;353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4" name="Google Shape;354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5" name="Google Shape;355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6" name="Google Shape;356;p26"/>
          <p:cNvSpPr/>
          <p:nvPr/>
        </p:nvSpPr>
        <p:spPr>
          <a:xfrm>
            <a:off x="5909401" y="-3350"/>
            <a:ext cx="3234589" cy="1736822"/>
          </a:xfrm>
          <a:custGeom>
            <a:avLst/>
            <a:gdLst/>
            <a:ahLst/>
            <a:cxnLst/>
            <a:rect l="l" t="t" r="r" b="b"/>
            <a:pathLst>
              <a:path w="263403" h="141435" extrusionOk="0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dist="19050" dir="5400000" algn="bl" rotWithShape="0">
              <a:schemeClr val="lt2">
                <a:alpha val="49000"/>
              </a:schemeClr>
            </a:outerShdw>
          </a:effectLst>
        </p:spPr>
      </p:sp>
      <p:sp>
        <p:nvSpPr>
          <p:cNvPr id="357" name="Google Shape;357;p26"/>
          <p:cNvSpPr/>
          <p:nvPr/>
        </p:nvSpPr>
        <p:spPr>
          <a:xfrm>
            <a:off x="8299949" y="73285"/>
            <a:ext cx="844041" cy="1631459"/>
          </a:xfrm>
          <a:custGeom>
            <a:avLst/>
            <a:gdLst/>
            <a:ahLst/>
            <a:cxnLst/>
            <a:rect l="l" t="t" r="r" b="b"/>
            <a:pathLst>
              <a:path w="68733" h="132855" extrusionOk="0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8" name="Google Shape;358;p26"/>
          <p:cNvSpPr txBox="1">
            <a:spLocks noGrp="1"/>
          </p:cNvSpPr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 panose="020B0503050203000203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9" name="Google Shape;359;p26"/>
          <p:cNvSpPr txBox="1">
            <a:spLocks noGrp="1"/>
          </p:cNvSpPr>
          <p:nvPr>
            <p:ph type="subTitle" idx="1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0" name="Google Shape;360;p26"/>
          <p:cNvSpPr txBox="1">
            <a:spLocks noGrp="1"/>
          </p:cNvSpPr>
          <p:nvPr>
            <p:ph type="title" idx="2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6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3">
  <p:cSld name="BLANK_1_1_1_1_1_1_1_1_1_1_5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7"/>
          <p:cNvSpPr/>
          <p:nvPr/>
        </p:nvSpPr>
        <p:spPr>
          <a:xfrm>
            <a:off x="1347300" y="4352975"/>
            <a:ext cx="6752827" cy="790544"/>
          </a:xfrm>
          <a:custGeom>
            <a:avLst/>
            <a:gdLst/>
            <a:ahLst/>
            <a:cxnLst/>
            <a:rect l="l" t="t" r="r" b="b"/>
            <a:pathLst>
              <a:path w="86243" h="14771" extrusionOk="0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27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5" name="Google Shape;365;p27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6" name="Google Shape;366;p27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_1_1_1_1_1_1_4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name="adj1" fmla="val 21353619"/>
              <a:gd name="adj2" fmla="val 1421063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9" name="Google Shape;369;p28"/>
          <p:cNvSpPr txBox="1">
            <a:spLocks noGrp="1"/>
          </p:cNvSpPr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370" name="Google Shape;370;p28"/>
          <p:cNvSpPr txBox="1">
            <a:spLocks noGrp="1"/>
          </p:cNvSpPr>
          <p:nvPr>
            <p:ph type="title" idx="2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371" name="Google Shape;371;p28"/>
          <p:cNvSpPr txBox="1">
            <a:spLocks noGrp="1"/>
          </p:cNvSpPr>
          <p:nvPr>
            <p:ph type="title" idx="3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372" name="Google Shape;372;p28"/>
          <p:cNvSpPr txBox="1">
            <a:spLocks noGrp="1"/>
          </p:cNvSpPr>
          <p:nvPr>
            <p:ph type="title" idx="4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373" name="Google Shape;373;p28"/>
          <p:cNvSpPr txBox="1">
            <a:spLocks noGrp="1"/>
          </p:cNvSpPr>
          <p:nvPr>
            <p:ph type="title" idx="5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374" name="Google Shape;374;p28"/>
          <p:cNvSpPr txBox="1">
            <a:spLocks noGrp="1"/>
          </p:cNvSpPr>
          <p:nvPr>
            <p:ph type="title" idx="6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375" name="Google Shape;375;p28"/>
          <p:cNvSpPr txBox="1">
            <a:spLocks noGrp="1"/>
          </p:cNvSpPr>
          <p:nvPr>
            <p:ph type="title" idx="7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6" name="Google Shape;376;p28"/>
          <p:cNvSpPr/>
          <p:nvPr/>
        </p:nvSpPr>
        <p:spPr>
          <a:xfrm rot="-6104187" flipH="1">
            <a:off x="4324040" y="2970795"/>
            <a:ext cx="1541221" cy="4732320"/>
          </a:xfrm>
          <a:prstGeom prst="chord">
            <a:avLst>
              <a:gd name="adj1" fmla="val 4994308"/>
              <a:gd name="adj2" fmla="val 1511404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7" name="Google Shape;377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name="adj1" fmla="val 5592353"/>
              <a:gd name="adj2" fmla="val 1502406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8" name="Google Shape;378;p28"/>
          <p:cNvSpPr txBox="1">
            <a:spLocks noGrp="1"/>
          </p:cNvSpPr>
          <p:nvPr>
            <p:ph type="body" idx="1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>
            <a:spLocks noGrp="1"/>
          </p:cNvSpPr>
          <p:nvPr>
            <p:ph type="body" idx="8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>
            <a:spLocks noGrp="1"/>
          </p:cNvSpPr>
          <p:nvPr>
            <p:ph type="body" idx="9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1" name="Google Shape;381;p28"/>
          <p:cNvSpPr txBox="1">
            <a:spLocks noGrp="1"/>
          </p:cNvSpPr>
          <p:nvPr>
            <p:ph type="body" idx="13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2" name="Google Shape;382;p28"/>
          <p:cNvSpPr txBox="1">
            <a:spLocks noGrp="1"/>
          </p:cNvSpPr>
          <p:nvPr>
            <p:ph type="body" idx="14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3" name="Google Shape;383;p28"/>
          <p:cNvSpPr txBox="1">
            <a:spLocks noGrp="1"/>
          </p:cNvSpPr>
          <p:nvPr>
            <p:ph type="body" idx="15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4" name="Google Shape;384;p28"/>
          <p:cNvSpPr txBox="1">
            <a:spLocks noGrp="1"/>
          </p:cNvSpPr>
          <p:nvPr>
            <p:ph type="body" idx="16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5" name="Google Shape;385;p28"/>
          <p:cNvSpPr txBox="1">
            <a:spLocks noGrp="1"/>
          </p:cNvSpPr>
          <p:nvPr>
            <p:ph type="body" idx="17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6" name="Google Shape;386;p28"/>
          <p:cNvSpPr txBox="1">
            <a:spLocks noGrp="1"/>
          </p:cNvSpPr>
          <p:nvPr>
            <p:ph type="body" idx="18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7" name="Google Shape;387;p28"/>
          <p:cNvSpPr txBox="1">
            <a:spLocks noGrp="1"/>
          </p:cNvSpPr>
          <p:nvPr>
            <p:ph type="title" idx="19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8" name="Google Shape;388;p28"/>
          <p:cNvSpPr txBox="1">
            <a:spLocks noGrp="1"/>
          </p:cNvSpPr>
          <p:nvPr>
            <p:ph type="title" idx="20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- Dark">
  <p:cSld name="BLANK_1_1_1_1_1_1_1_1_1_1_4_1">
    <p:bg>
      <p:bgPr>
        <a:solidFill>
          <a:schemeClr val="lt1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name="adj1" fmla="val 21353619"/>
              <a:gd name="adj2" fmla="val 14210633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1" name="Google Shape;391;p29"/>
          <p:cNvSpPr txBox="1">
            <a:spLocks noGrp="1"/>
          </p:cNvSpPr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392" name="Google Shape;392;p29"/>
          <p:cNvSpPr txBox="1">
            <a:spLocks noGrp="1"/>
          </p:cNvSpPr>
          <p:nvPr>
            <p:ph type="title" idx="2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393" name="Google Shape;393;p29"/>
          <p:cNvSpPr txBox="1">
            <a:spLocks noGrp="1"/>
          </p:cNvSpPr>
          <p:nvPr>
            <p:ph type="title" idx="3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394" name="Google Shape;394;p29"/>
          <p:cNvSpPr txBox="1">
            <a:spLocks noGrp="1"/>
          </p:cNvSpPr>
          <p:nvPr>
            <p:ph type="title" idx="4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5" name="Google Shape;395;p29"/>
          <p:cNvSpPr txBox="1">
            <a:spLocks noGrp="1"/>
          </p:cNvSpPr>
          <p:nvPr>
            <p:ph type="title" idx="5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396" name="Google Shape;396;p29"/>
          <p:cNvSpPr txBox="1">
            <a:spLocks noGrp="1"/>
          </p:cNvSpPr>
          <p:nvPr>
            <p:ph type="title" idx="6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397" name="Google Shape;397;p29"/>
          <p:cNvSpPr txBox="1">
            <a:spLocks noGrp="1"/>
          </p:cNvSpPr>
          <p:nvPr>
            <p:ph type="title" idx="7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accen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398" name="Google Shape;398;p29"/>
          <p:cNvSpPr/>
          <p:nvPr/>
        </p:nvSpPr>
        <p:spPr>
          <a:xfrm rot="-6104187" flipH="1">
            <a:off x="4324040" y="2970795"/>
            <a:ext cx="1541221" cy="4732320"/>
          </a:xfrm>
          <a:prstGeom prst="chord">
            <a:avLst>
              <a:gd name="adj1" fmla="val 4994308"/>
              <a:gd name="adj2" fmla="val 15114049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9" name="Google Shape;399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name="adj1" fmla="val 5592353"/>
              <a:gd name="adj2" fmla="val 15024063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0" name="Google Shape;400;p29"/>
          <p:cNvSpPr txBox="1">
            <a:spLocks noGrp="1"/>
          </p:cNvSpPr>
          <p:nvPr>
            <p:ph type="title" idx="8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1" name="Google Shape;401;p29"/>
          <p:cNvSpPr txBox="1">
            <a:spLocks noGrp="1"/>
          </p:cNvSpPr>
          <p:nvPr>
            <p:ph type="body" idx="1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>
            <a:spLocks noGrp="1"/>
          </p:cNvSpPr>
          <p:nvPr>
            <p:ph type="body" idx="9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>
            <a:spLocks noGrp="1"/>
          </p:cNvSpPr>
          <p:nvPr>
            <p:ph type="body" idx="13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>
            <a:spLocks noGrp="1"/>
          </p:cNvSpPr>
          <p:nvPr>
            <p:ph type="body" idx="14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>
            <a:spLocks noGrp="1"/>
          </p:cNvSpPr>
          <p:nvPr>
            <p:ph type="body" idx="15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>
            <a:spLocks noGrp="1"/>
          </p:cNvSpPr>
          <p:nvPr>
            <p:ph type="body" idx="16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7" name="Google Shape;407;p29"/>
          <p:cNvSpPr txBox="1">
            <a:spLocks noGrp="1"/>
          </p:cNvSpPr>
          <p:nvPr>
            <p:ph type="body" idx="17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8" name="Google Shape;408;p29"/>
          <p:cNvSpPr txBox="1">
            <a:spLocks noGrp="1"/>
          </p:cNvSpPr>
          <p:nvPr>
            <p:ph type="body" idx="18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9" name="Google Shape;409;p29"/>
          <p:cNvSpPr txBox="1">
            <a:spLocks noGrp="1"/>
          </p:cNvSpPr>
          <p:nvPr>
            <p:ph type="body" idx="19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0" name="Google Shape;410;p29"/>
          <p:cNvSpPr txBox="1">
            <a:spLocks noGrp="1"/>
          </p:cNvSpPr>
          <p:nvPr>
            <p:ph type="title" idx="20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and two bodies">
  <p:cSld name="BLANK_1_1_1_1_1_1_1_1_1_1_3_2">
    <p:bg>
      <p:bgPr>
        <a:solidFill>
          <a:schemeClr val="lt1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0"/>
          <p:cNvSpPr/>
          <p:nvPr/>
        </p:nvSpPr>
        <p:spPr>
          <a:xfrm rot="-5400000" flipH="1">
            <a:off x="1263236" y="2706539"/>
            <a:ext cx="1173845" cy="3700317"/>
          </a:xfrm>
          <a:custGeom>
            <a:avLst/>
            <a:gdLst/>
            <a:ahLst/>
            <a:cxnLst/>
            <a:rect l="l" t="t" r="r" b="b"/>
            <a:pathLst>
              <a:path w="39886" h="93762" fill="none" extrusionOk="0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3" name="Google Shape;413;p30"/>
          <p:cNvSpPr/>
          <p:nvPr/>
        </p:nvSpPr>
        <p:spPr>
          <a:xfrm flipH="1">
            <a:off x="228605" y="3621311"/>
            <a:ext cx="3534079" cy="1522191"/>
          </a:xfrm>
          <a:custGeom>
            <a:avLst/>
            <a:gdLst/>
            <a:ahLst/>
            <a:cxnLst/>
            <a:rect l="l" t="t" r="r" b="b"/>
            <a:pathLst>
              <a:path w="109754" h="47273" extrusionOk="0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4" name="Google Shape;414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5" name="Google Shape;415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6" name="Google Shape;416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7" name="Google Shape;417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8" name="Google Shape;418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9" name="Google Shape;419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2" name="Google Shape;422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23" name="Google Shape;423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4" name="Google Shape;424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7" name="Google Shape;427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8" name="Google Shape;428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9" name="Google Shape;429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0" name="Google Shape;430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1" name="Google Shape;431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32" name="Google Shape;432;p30"/>
          <p:cNvSpPr txBox="1">
            <a:spLocks noGrp="1"/>
          </p:cNvSpPr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3" name="Google Shape;433;p30"/>
          <p:cNvSpPr txBox="1">
            <a:spLocks noGrp="1"/>
          </p:cNvSpPr>
          <p:nvPr>
            <p:ph type="title" idx="2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>
            <a:spLocks noGrp="1"/>
          </p:cNvSpPr>
          <p:nvPr>
            <p:ph type="pic" idx="3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30"/>
          <p:cNvSpPr>
            <a:spLocks noGrp="1"/>
          </p:cNvSpPr>
          <p:nvPr>
            <p:ph type="pic" idx="4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30"/>
          <p:cNvSpPr>
            <a:spLocks noGrp="1"/>
          </p:cNvSpPr>
          <p:nvPr>
            <p:ph type="pic" idx="5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30"/>
          <p:cNvSpPr txBox="1">
            <a:spLocks noGrp="1"/>
          </p:cNvSpPr>
          <p:nvPr>
            <p:ph type="title" idx="6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8" name="Google Shape;438;p30"/>
          <p:cNvSpPr txBox="1">
            <a:spLocks noGrp="1"/>
          </p:cNvSpPr>
          <p:nvPr>
            <p:ph type="title" idx="7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9" name="Google Shape;439;p30"/>
          <p:cNvSpPr txBox="1">
            <a:spLocks noGrp="1"/>
          </p:cNvSpPr>
          <p:nvPr>
            <p:ph type="title" idx="8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>
            <a:spLocks noGrp="1"/>
          </p:cNvSpPr>
          <p:nvPr>
            <p:ph type="title" idx="9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41" name="Google Shape;441;p30"/>
          <p:cNvSpPr txBox="1">
            <a:spLocks noGrp="1"/>
          </p:cNvSpPr>
          <p:nvPr>
            <p:ph type="title" idx="13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42" name="Google Shape;442;p30"/>
          <p:cNvSpPr txBox="1">
            <a:spLocks noGrp="1"/>
          </p:cNvSpPr>
          <p:nvPr>
            <p:ph type="title" idx="14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43" name="Google Shape;443;p30"/>
          <p:cNvSpPr txBox="1">
            <a:spLocks noGrp="1"/>
          </p:cNvSpPr>
          <p:nvPr>
            <p:ph type="title" idx="15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4" name="Google Shape;444;p30"/>
          <p:cNvSpPr txBox="1">
            <a:spLocks noGrp="1"/>
          </p:cNvSpPr>
          <p:nvPr>
            <p:ph type="title" idx="16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5" name="Google Shape;445;p30"/>
          <p:cNvSpPr txBox="1">
            <a:spLocks noGrp="1"/>
          </p:cNvSpPr>
          <p:nvPr>
            <p:ph type="title" idx="17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and Project Roadmap">
  <p:cSld name="BLANK_1_1_1_1_1_1_1_1_1_1_3_1">
    <p:bg>
      <p:bgPr>
        <a:solidFill>
          <a:schemeClr val="lt1"/>
        </a:solidFill>
        <a:effectLst/>
      </p:bgPr>
    </p:bg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1"/>
          <p:cNvSpPr txBox="1">
            <a:spLocks noGrp="1"/>
          </p:cNvSpPr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448" name="Google Shape;448;p31"/>
          <p:cNvSpPr txBox="1">
            <a:spLocks noGrp="1"/>
          </p:cNvSpPr>
          <p:nvPr>
            <p:ph type="title" idx="2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449" name="Google Shape;449;p31"/>
          <p:cNvSpPr txBox="1">
            <a:spLocks noGrp="1"/>
          </p:cNvSpPr>
          <p:nvPr>
            <p:ph type="title" idx="3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450" name="Google Shape;450;p31"/>
          <p:cNvSpPr txBox="1">
            <a:spLocks noGrp="1"/>
          </p:cNvSpPr>
          <p:nvPr>
            <p:ph type="title" idx="4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451" name="Google Shape;451;p31"/>
          <p:cNvSpPr txBox="1">
            <a:spLocks noGrp="1"/>
          </p:cNvSpPr>
          <p:nvPr>
            <p:ph type="title" idx="5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452" name="Google Shape;452;p31"/>
          <p:cNvSpPr txBox="1">
            <a:spLocks noGrp="1"/>
          </p:cNvSpPr>
          <p:nvPr>
            <p:ph type="title" idx="6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 panose="020B0603050203000203"/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453" name="Google Shape;453;p31"/>
          <p:cNvSpPr txBox="1">
            <a:spLocks noGrp="1"/>
          </p:cNvSpPr>
          <p:nvPr>
            <p:ph type="title" idx="7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>
            <a:spLocks noGrp="1"/>
          </p:cNvSpPr>
          <p:nvPr>
            <p:ph type="title" idx="8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>
            <a:spLocks noGrp="1"/>
          </p:cNvSpPr>
          <p:nvPr>
            <p:ph type="title" idx="9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>
            <a:spLocks noGrp="1"/>
          </p:cNvSpPr>
          <p:nvPr>
            <p:ph type="title" idx="13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>
            <a:spLocks noGrp="1"/>
          </p:cNvSpPr>
          <p:nvPr>
            <p:ph type="title" idx="14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>
            <a:spLocks noGrp="1"/>
          </p:cNvSpPr>
          <p:nvPr>
            <p:ph type="title" idx="15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>
            <a:spLocks noGrp="1"/>
          </p:cNvSpPr>
          <p:nvPr>
            <p:ph type="title" idx="16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0" name="Google Shape;460;p31"/>
          <p:cNvSpPr txBox="1">
            <a:spLocks noGrp="1"/>
          </p:cNvSpPr>
          <p:nvPr>
            <p:ph type="title" idx="17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1" name="Google Shape;461;p31"/>
          <p:cNvSpPr txBox="1">
            <a:spLocks noGrp="1"/>
          </p:cNvSpPr>
          <p:nvPr>
            <p:ph type="title" idx="18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2" name="Google Shape;462;p31"/>
          <p:cNvSpPr txBox="1">
            <a:spLocks noGrp="1"/>
          </p:cNvSpPr>
          <p:nvPr>
            <p:ph type="title" idx="19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3" name="Google Shape;463;p31"/>
          <p:cNvSpPr txBox="1">
            <a:spLocks noGrp="1"/>
          </p:cNvSpPr>
          <p:nvPr>
            <p:ph type="title" idx="20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4" name="Google Shape;464;p31"/>
          <p:cNvSpPr txBox="1">
            <a:spLocks noGrp="1"/>
          </p:cNvSpPr>
          <p:nvPr>
            <p:ph type="title" idx="21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BLANK_1_1_1_1_1_1_1_1_1_1_2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2"/>
          <p:cNvSpPr/>
          <p:nvPr/>
        </p:nvSpPr>
        <p:spPr>
          <a:xfrm>
            <a:off x="8210550" y="-7150"/>
            <a:ext cx="945375" cy="1453000"/>
          </a:xfrm>
          <a:custGeom>
            <a:avLst/>
            <a:gdLst/>
            <a:ahLst/>
            <a:cxnLst/>
            <a:rect l="l" t="t" r="r" b="b"/>
            <a:pathLst>
              <a:path w="37815" h="58120" extrusionOk="0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7" name="Google Shape;467;p32"/>
          <p:cNvSpPr/>
          <p:nvPr/>
        </p:nvSpPr>
        <p:spPr>
          <a:xfrm>
            <a:off x="4614025" y="-6850"/>
            <a:ext cx="3659250" cy="1404775"/>
          </a:xfrm>
          <a:custGeom>
            <a:avLst/>
            <a:gdLst/>
            <a:ahLst/>
            <a:cxnLst/>
            <a:rect l="l" t="t" r="r" b="b"/>
            <a:pathLst>
              <a:path w="146370" h="56191" extrusionOk="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8" name="Google Shape;468;p32"/>
          <p:cNvSpPr txBox="1">
            <a:spLocks noGrp="1"/>
          </p:cNvSpPr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9" name="Google Shape;469;p32"/>
          <p:cNvSpPr txBox="1">
            <a:spLocks noGrp="1"/>
          </p:cNvSpPr>
          <p:nvPr>
            <p:ph type="title" idx="2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70" name="Google Shape;470;p32"/>
          <p:cNvSpPr txBox="1">
            <a:spLocks noGrp="1"/>
          </p:cNvSpPr>
          <p:nvPr>
            <p:ph type="title" idx="3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471" name="Google Shape;471;p32"/>
          <p:cNvSpPr txBox="1">
            <a:spLocks noGrp="1"/>
          </p:cNvSpPr>
          <p:nvPr>
            <p:ph type="title" idx="4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472" name="Google Shape;472;p32"/>
          <p:cNvSpPr txBox="1">
            <a:spLocks noGrp="1"/>
          </p:cNvSpPr>
          <p:nvPr>
            <p:ph type="title" idx="5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473" name="Google Shape;473;p32"/>
          <p:cNvSpPr txBox="1">
            <a:spLocks noGrp="1"/>
          </p:cNvSpPr>
          <p:nvPr>
            <p:ph type="title" idx="6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474" name="Google Shape;474;p32"/>
          <p:cNvSpPr txBox="1">
            <a:spLocks noGrp="1"/>
          </p:cNvSpPr>
          <p:nvPr>
            <p:ph type="title" idx="7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475" name="Google Shape;475;p32"/>
          <p:cNvSpPr txBox="1">
            <a:spLocks noGrp="1"/>
          </p:cNvSpPr>
          <p:nvPr>
            <p:ph type="body" idx="1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>
            <a:spLocks noGrp="1"/>
          </p:cNvSpPr>
          <p:nvPr>
            <p:ph type="body" idx="8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7" name="Google Shape;477;p32"/>
          <p:cNvSpPr txBox="1">
            <a:spLocks noGrp="1"/>
          </p:cNvSpPr>
          <p:nvPr>
            <p:ph type="body" idx="9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8" name="Google Shape;478;p32"/>
          <p:cNvSpPr txBox="1">
            <a:spLocks noGrp="1"/>
          </p:cNvSpPr>
          <p:nvPr>
            <p:ph type="body" idx="13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9" name="Google Shape;479;p32"/>
          <p:cNvSpPr txBox="1">
            <a:spLocks noGrp="1"/>
          </p:cNvSpPr>
          <p:nvPr>
            <p:ph type="body" idx="14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0" name="Google Shape;480;p32"/>
          <p:cNvSpPr txBox="1">
            <a:spLocks noGrp="1"/>
          </p:cNvSpPr>
          <p:nvPr>
            <p:ph type="title" idx="15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4">
  <p:cSld name="BLANK_1_1_1_1_1_1_1_1_1_1_2_1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2" name="Google Shape;482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83" name="Google Shape;483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4" name="Google Shape;484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5" name="Google Shape;485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6" name="Google Shape;486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9" name="Google Shape;489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90" name="Google Shape;490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1" name="Google Shape;491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4" name="Google Shape;494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5" name="Google Shape;495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6" name="Google Shape;496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7" name="Google Shape;497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8" name="Google Shape;498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9" name="Google Shape;499;p33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00" name="Google Shape;500;p33"/>
          <p:cNvSpPr/>
          <p:nvPr/>
        </p:nvSpPr>
        <p:spPr>
          <a:xfrm>
            <a:off x="5023375" y="3994875"/>
            <a:ext cx="3941541" cy="1148616"/>
          </a:xfrm>
          <a:custGeom>
            <a:avLst/>
            <a:gdLst/>
            <a:ahLst/>
            <a:cxnLst/>
            <a:rect l="l" t="t" r="r" b="b"/>
            <a:pathLst>
              <a:path w="109754" h="47273" extrusionOk="0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01" name="Google Shape;501;p33"/>
          <p:cNvSpPr/>
          <p:nvPr/>
        </p:nvSpPr>
        <p:spPr>
          <a:xfrm rot="5400000">
            <a:off x="6364434" y="2363929"/>
            <a:ext cx="912991" cy="4646142"/>
          </a:xfrm>
          <a:custGeom>
            <a:avLst/>
            <a:gdLst/>
            <a:ahLst/>
            <a:cxnLst/>
            <a:rect l="l" t="t" r="r" b="b"/>
            <a:pathLst>
              <a:path w="39886" h="93762" fill="none" extrusionOk="0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02" name="Google Shape;502;p33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03" name="Google Shape;503;p33"/>
          <p:cNvSpPr/>
          <p:nvPr/>
        </p:nvSpPr>
        <p:spPr>
          <a:xfrm>
            <a:off x="1643225" y="-725"/>
            <a:ext cx="5761425" cy="711800"/>
          </a:xfrm>
          <a:custGeom>
            <a:avLst/>
            <a:gdLst/>
            <a:ahLst/>
            <a:cxnLst/>
            <a:rect l="l" t="t" r="r" b="b"/>
            <a:pathLst>
              <a:path w="230457" h="28472" extrusionOk="0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4" name="Google Shape;504;p33"/>
          <p:cNvSpPr/>
          <p:nvPr/>
        </p:nvSpPr>
        <p:spPr>
          <a:xfrm>
            <a:off x="7140700" y="-1350"/>
            <a:ext cx="2003375" cy="714225"/>
          </a:xfrm>
          <a:custGeom>
            <a:avLst/>
            <a:gdLst/>
            <a:ahLst/>
            <a:cxnLst/>
            <a:rect l="l" t="t" r="r" b="b"/>
            <a:pathLst>
              <a:path w="80135" h="28569" extrusionOk="0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dist="28575" dir="5400000" algn="bl" rotWithShape="0">
              <a:schemeClr val="accent4">
                <a:alpha val="24000"/>
              </a:schemeClr>
            </a:outerShdw>
          </a:effectLst>
        </p:spPr>
      </p:sp>
      <p:sp>
        <p:nvSpPr>
          <p:cNvPr id="505" name="Google Shape;505;p33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s">
  <p:cSld name="BLANK_1_1_1_1_1_1_1_1_1_1_2_1_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8" name="Google Shape;508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9" name="Google Shape;509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0" name="Google Shape;510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1" name="Google Shape;511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4" name="Google Shape;514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5" name="Google Shape;515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6" name="Google Shape;516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9" name="Google Shape;519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20" name="Google Shape;520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21" name="Google Shape;521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22" name="Google Shape;522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23" name="Google Shape;523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4" name="Google Shape;524;p34"/>
          <p:cNvSpPr/>
          <p:nvPr/>
        </p:nvSpPr>
        <p:spPr>
          <a:xfrm>
            <a:off x="5023375" y="3994875"/>
            <a:ext cx="3941541" cy="1148616"/>
          </a:xfrm>
          <a:custGeom>
            <a:avLst/>
            <a:gdLst/>
            <a:ahLst/>
            <a:cxnLst/>
            <a:rect l="l" t="t" r="r" b="b"/>
            <a:pathLst>
              <a:path w="109754" h="47273" extrusionOk="0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5" name="Google Shape;525;p34"/>
          <p:cNvSpPr/>
          <p:nvPr/>
        </p:nvSpPr>
        <p:spPr>
          <a:xfrm rot="5400000">
            <a:off x="6364434" y="2363929"/>
            <a:ext cx="912991" cy="4646142"/>
          </a:xfrm>
          <a:custGeom>
            <a:avLst/>
            <a:gdLst/>
            <a:ahLst/>
            <a:cxnLst/>
            <a:rect l="l" t="t" r="r" b="b"/>
            <a:pathLst>
              <a:path w="39886" h="93762" fill="none" extrusionOk="0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6" name="Google Shape;526;p34"/>
          <p:cNvSpPr/>
          <p:nvPr/>
        </p:nvSpPr>
        <p:spPr>
          <a:xfrm>
            <a:off x="1643225" y="-725"/>
            <a:ext cx="5761425" cy="711800"/>
          </a:xfrm>
          <a:custGeom>
            <a:avLst/>
            <a:gdLst/>
            <a:ahLst/>
            <a:cxnLst/>
            <a:rect l="l" t="t" r="r" b="b"/>
            <a:pathLst>
              <a:path w="230457" h="28472" extrusionOk="0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7" name="Google Shape;527;p34"/>
          <p:cNvSpPr/>
          <p:nvPr/>
        </p:nvSpPr>
        <p:spPr>
          <a:xfrm>
            <a:off x="7140700" y="-1350"/>
            <a:ext cx="2003375" cy="714225"/>
          </a:xfrm>
          <a:custGeom>
            <a:avLst/>
            <a:gdLst/>
            <a:ahLst/>
            <a:cxnLst/>
            <a:rect l="l" t="t" r="r" b="b"/>
            <a:pathLst>
              <a:path w="80135" h="28569" extrusionOk="0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dist="28575" dir="5400000" algn="bl" rotWithShape="0">
              <a:schemeClr val="accent4">
                <a:alpha val="24000"/>
              </a:schemeClr>
            </a:outerShdw>
          </a:effectLst>
        </p:spPr>
      </p:sp>
      <p:cxnSp>
        <p:nvCxnSpPr>
          <p:cNvPr id="528" name="Google Shape;528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9" name="Google Shape;529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0" name="Google Shape;530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1" name="Google Shape;531;p34"/>
          <p:cNvSpPr txBox="1">
            <a:spLocks noGrp="1"/>
          </p:cNvSpPr>
          <p:nvPr>
            <p:ph type="body" idx="1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2" name="Google Shape;532;p34"/>
          <p:cNvSpPr txBox="1">
            <a:spLocks noGrp="1"/>
          </p:cNvSpPr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3" name="Google Shape;533;p34"/>
          <p:cNvSpPr txBox="1">
            <a:spLocks noGrp="1"/>
          </p:cNvSpPr>
          <p:nvPr>
            <p:ph type="body" idx="2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4" name="Google Shape;534;p34"/>
          <p:cNvSpPr txBox="1">
            <a:spLocks noGrp="1"/>
          </p:cNvSpPr>
          <p:nvPr>
            <p:ph type="title" idx="3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5" name="Google Shape;535;p34"/>
          <p:cNvSpPr txBox="1">
            <a:spLocks noGrp="1"/>
          </p:cNvSpPr>
          <p:nvPr>
            <p:ph type="title" idx="4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>
            <a:spLocks noGrp="1"/>
          </p:cNvSpPr>
          <p:nvPr>
            <p:ph type="body" idx="5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7" name="Google Shape;537;p34"/>
          <p:cNvSpPr txBox="1">
            <a:spLocks noGrp="1"/>
          </p:cNvSpPr>
          <p:nvPr>
            <p:ph type="title" idx="6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8" name="Google Shape;538;p34"/>
          <p:cNvSpPr txBox="1">
            <a:spLocks noGrp="1"/>
          </p:cNvSpPr>
          <p:nvPr>
            <p:ph type="title" idx="7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9" name="Google Shape;539;p34"/>
          <p:cNvSpPr txBox="1">
            <a:spLocks noGrp="1"/>
          </p:cNvSpPr>
          <p:nvPr>
            <p:ph type="title" idx="8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40" name="Google Shape;540;p34"/>
          <p:cNvSpPr txBox="1">
            <a:spLocks noGrp="1"/>
          </p:cNvSpPr>
          <p:nvPr>
            <p:ph type="title" idx="9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41" name="Google Shape;541;p34"/>
          <p:cNvSpPr txBox="1">
            <a:spLocks noGrp="1"/>
          </p:cNvSpPr>
          <p:nvPr>
            <p:ph type="title" idx="13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42" name="Google Shape;542;p34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BLANK_1_1_1_1_1_1_1_1_1_1_1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" name="Google Shape;544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5" name="Google Shape;545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6" name="Google Shape;546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7" name="Google Shape;547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8" name="Google Shape;548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9" name="Google Shape;549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2" name="Google Shape;552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53" name="Google Shape;553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4" name="Google Shape;554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5" name="Google Shape;555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8" name="Google Shape;558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9" name="Google Shape;559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0" name="Google Shape;56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1" name="Google Shape;56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4" name="Google Shape;564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5" name="Google Shape;56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6" name="Google Shape;56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7" name="Google Shape;567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8" name="Google Shape;568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9" name="Google Shape;569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70" name="Google Shape;570;p35"/>
          <p:cNvGrpSpPr/>
          <p:nvPr/>
        </p:nvGrpSpPr>
        <p:grpSpPr>
          <a:xfrm rot="5400000" flipH="1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71" name="Google Shape;571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72" name="Google Shape;572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3" name="Google Shape;573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4" name="Google Shape;574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5" name="Google Shape;575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8" name="Google Shape;57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9" name="Google Shape;57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0" name="Google Shape;58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1" name="Google Shape;58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4" name="Google Shape;584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5" name="Google Shape;58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6" name="Google Shape;58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7" name="Google Shape;58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0" name="Google Shape;59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91" name="Google Shape;59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2" name="Google Shape;59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3" name="Google Shape;59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4" name="Google Shape;59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5" name="Google Shape;59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6" name="Google Shape;596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7" name="Google Shape;597;p35"/>
          <p:cNvSpPr/>
          <p:nvPr/>
        </p:nvSpPr>
        <p:spPr>
          <a:xfrm>
            <a:off x="6255775" y="3774250"/>
            <a:ext cx="2888225" cy="1369250"/>
          </a:xfrm>
          <a:custGeom>
            <a:avLst/>
            <a:gdLst/>
            <a:ahLst/>
            <a:cxnLst/>
            <a:rect l="l" t="t" r="r" b="b"/>
            <a:pathLst>
              <a:path w="115529" h="54770" extrusionOk="0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8" name="Google Shape;598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name="adj1" fmla="val 5820070"/>
              <a:gd name="adj2" fmla="val 1578453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9" name="Google Shape;599;p35"/>
          <p:cNvSpPr txBox="1">
            <a:spLocks noGrp="1"/>
          </p:cNvSpPr>
          <p:nvPr>
            <p:ph type="subTitle" idx="1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>
            <a:spLocks noGrp="1"/>
          </p:cNvSpPr>
          <p:nvPr>
            <p:ph type="subTitle" idx="2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>
            <a:spLocks noGrp="1"/>
          </p:cNvSpPr>
          <p:nvPr>
            <p:ph type="title" idx="3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03" name="Google Shape;603;p35"/>
          <p:cNvSpPr txBox="1">
            <a:spLocks noGrp="1"/>
          </p:cNvSpPr>
          <p:nvPr>
            <p:ph type="subTitle" idx="4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>
            <a:spLocks noGrp="1"/>
          </p:cNvSpPr>
          <p:nvPr>
            <p:ph type="subTitle" idx="5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>
            <a:spLocks noGrp="1"/>
          </p:cNvSpPr>
          <p:nvPr>
            <p:ph type="subTitle" idx="6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>
            <a:spLocks noGrp="1"/>
          </p:cNvSpPr>
          <p:nvPr>
            <p:ph type="subTitle" idx="7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>
            <a:spLocks noGrp="1"/>
          </p:cNvSpPr>
          <p:nvPr>
            <p:ph type="subTitle" idx="8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>
            <a:spLocks noGrp="1"/>
          </p:cNvSpPr>
          <p:nvPr>
            <p:ph type="subTitle" idx="9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>
            <a:spLocks noGrp="1"/>
          </p:cNvSpPr>
          <p:nvPr>
            <p:ph type="subTitle" idx="13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0" name="Google Shape;610;p35"/>
          <p:cNvSpPr txBox="1">
            <a:spLocks noGrp="1"/>
          </p:cNvSpPr>
          <p:nvPr>
            <p:ph type="subTitle" idx="14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11" name="Google Shape;611;p35"/>
          <p:cNvSpPr txBox="1">
            <a:spLocks noGrp="1"/>
          </p:cNvSpPr>
          <p:nvPr>
            <p:ph type="subTitle" idx="15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35"/>
          <p:cNvSpPr txBox="1">
            <a:spLocks noGrp="1"/>
          </p:cNvSpPr>
          <p:nvPr>
            <p:ph type="subTitle" idx="16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13" name="Google Shape;613;p35"/>
          <p:cNvSpPr txBox="1">
            <a:spLocks noGrp="1"/>
          </p:cNvSpPr>
          <p:nvPr>
            <p:ph type="title" idx="17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ence Persona Infographic">
  <p:cSld name="BLANK_1_1_1_1_1_1_1_1_1_1_1_1_3">
    <p:bg>
      <p:bgPr>
        <a:solidFill>
          <a:schemeClr val="lt1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6" name="Google Shape;616;p36"/>
          <p:cNvSpPr>
            <a:spLocks noGrp="1"/>
          </p:cNvSpPr>
          <p:nvPr>
            <p:ph type="pic" idx="2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7" name="Google Shape;617;p36"/>
          <p:cNvSpPr txBox="1">
            <a:spLocks noGrp="1"/>
          </p:cNvSpPr>
          <p:nvPr>
            <p:ph type="subTitle" idx="1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>
            <a:spLocks noGrp="1"/>
          </p:cNvSpPr>
          <p:nvPr>
            <p:ph type="subTitle" idx="3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9" name="Google Shape;619;p36"/>
          <p:cNvSpPr txBox="1">
            <a:spLocks noGrp="1"/>
          </p:cNvSpPr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0" name="Google Shape;620;p36"/>
          <p:cNvSpPr txBox="1">
            <a:spLocks noGrp="1"/>
          </p:cNvSpPr>
          <p:nvPr>
            <p:ph type="title" idx="4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>
            <a:spLocks noGrp="1"/>
          </p:cNvSpPr>
          <p:nvPr>
            <p:ph type="title" idx="5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>
            <a:spLocks noGrp="1"/>
          </p:cNvSpPr>
          <p:nvPr>
            <p:ph type="title" idx="6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 panose="020B0603050203000203"/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9pPr>
          </a:lstStyle>
          <a:p/>
        </p:txBody>
      </p:sp>
      <p:sp>
        <p:nvSpPr>
          <p:cNvPr id="623" name="Google Shape;623;p36"/>
          <p:cNvSpPr txBox="1">
            <a:spLocks noGrp="1"/>
          </p:cNvSpPr>
          <p:nvPr>
            <p:ph type="title" idx="7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4" name="Google Shape;624;p36"/>
          <p:cNvSpPr txBox="1">
            <a:spLocks noGrp="1"/>
          </p:cNvSpPr>
          <p:nvPr>
            <p:ph type="title" idx="8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>
            <a:spLocks noGrp="1"/>
          </p:cNvSpPr>
          <p:nvPr>
            <p:ph type="title" idx="9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spcFirstLastPara="1" wrap="square" lIns="91425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>
            <a:spLocks noGrp="1"/>
          </p:cNvSpPr>
          <p:nvPr>
            <p:ph type="subTitle" idx="13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>
            <a:spLocks noGrp="1"/>
          </p:cNvSpPr>
          <p:nvPr>
            <p:ph type="subTitle" idx="14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>
            <a:spLocks noGrp="1"/>
          </p:cNvSpPr>
          <p:nvPr>
            <p:ph type="subTitle" idx="15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9" name="Google Shape;629;p36"/>
          <p:cNvSpPr txBox="1">
            <a:spLocks noGrp="1"/>
          </p:cNvSpPr>
          <p:nvPr>
            <p:ph type="subTitle" idx="16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30" name="Google Shape;630;p36"/>
          <p:cNvSpPr txBox="1">
            <a:spLocks noGrp="1"/>
          </p:cNvSpPr>
          <p:nvPr>
            <p:ph type="subTitle" idx="17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31" name="Google Shape;631;p36"/>
          <p:cNvSpPr txBox="1">
            <a:spLocks noGrp="1"/>
          </p:cNvSpPr>
          <p:nvPr>
            <p:ph type="subTitle" idx="18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32" name="Google Shape;632;p36"/>
          <p:cNvSpPr txBox="1">
            <a:spLocks noGrp="1"/>
          </p:cNvSpPr>
          <p:nvPr>
            <p:ph type="title" idx="19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2">
  <p:cSld name="BLANK_1_1_1_1_1_1_1_1_1_1_1_1_2"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7"/>
          <p:cNvSpPr/>
          <p:nvPr/>
        </p:nvSpPr>
        <p:spPr>
          <a:xfrm rot="-8100000" flipH="1">
            <a:off x="4692650" y="965198"/>
            <a:ext cx="4843399" cy="2480248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5" name="Google Shape;635;p37"/>
          <p:cNvSpPr/>
          <p:nvPr/>
        </p:nvSpPr>
        <p:spPr>
          <a:xfrm rot="10800000" flipH="1">
            <a:off x="4676692" y="3337812"/>
            <a:ext cx="4467295" cy="1685226"/>
          </a:xfrm>
          <a:custGeom>
            <a:avLst/>
            <a:gdLst/>
            <a:ahLst/>
            <a:cxnLst/>
            <a:rect l="l" t="t" r="r" b="b"/>
            <a:pathLst>
              <a:path w="119855" h="51371" extrusionOk="0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6" name="Google Shape;636;p37"/>
          <p:cNvSpPr>
            <a:spLocks noGrp="1"/>
          </p:cNvSpPr>
          <p:nvPr>
            <p:ph type="pic" idx="2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7" name="Google Shape;637;p37"/>
          <p:cNvSpPr txBox="1">
            <a:spLocks noGrp="1"/>
          </p:cNvSpPr>
          <p:nvPr>
            <p:ph type="body" idx="1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8" name="Google Shape;638;p37"/>
          <p:cNvSpPr txBox="1">
            <a:spLocks noGrp="1"/>
          </p:cNvSpPr>
          <p:nvPr>
            <p:ph type="body" idx="3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9" name="Google Shape;639;p37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0" name="Google Shape;640;p37"/>
          <p:cNvSpPr txBox="1">
            <a:spLocks noGrp="1"/>
          </p:cNvSpPr>
          <p:nvPr>
            <p:ph type="title" idx="4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41" name="Google Shape;641;p37"/>
          <p:cNvSpPr txBox="1">
            <a:spLocks noGrp="1"/>
          </p:cNvSpPr>
          <p:nvPr>
            <p:ph type="title" idx="5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Alt 2">
  <p:cSld name="BLANK_1_1_1_1_1_1_1_1_1_1_1_1_1_1">
    <p:bg>
      <p:bgPr>
        <a:solidFill>
          <a:schemeClr val="lt1"/>
        </a:solidFill>
        <a:effectLst/>
      </p:bgPr>
    </p:bg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3" name="Google Shape;643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4" name="Google Shape;644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5" name="Google Shape;655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6" name="Google Shape;656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7" name="Google Shape;657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8" name="Google Shape;658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9" name="Google Shape;659;p38"/>
          <p:cNvSpPr/>
          <p:nvPr/>
        </p:nvSpPr>
        <p:spPr>
          <a:xfrm>
            <a:off x="7394250" y="-8100"/>
            <a:ext cx="1759750" cy="2691775"/>
          </a:xfrm>
          <a:custGeom>
            <a:avLst/>
            <a:gdLst/>
            <a:ahLst/>
            <a:cxnLst/>
            <a:rect l="l" t="t" r="r" b="b"/>
            <a:pathLst>
              <a:path w="70390" h="107671" extrusionOk="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60" name="Google Shape;660;p38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1" name="Google Shape;661;p38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2" name="Google Shape;662;p38"/>
          <p:cNvSpPr txBox="1">
            <a:spLocks noGrp="1"/>
          </p:cNvSpPr>
          <p:nvPr>
            <p:ph type="title" idx="3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63" name="Google Shape;663;p38"/>
          <p:cNvSpPr txBox="1">
            <a:spLocks noGrp="1"/>
          </p:cNvSpPr>
          <p:nvPr>
            <p:ph type="title" idx="4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4" name="Google Shape;664;p38"/>
          <p:cNvSpPr txBox="1">
            <a:spLocks noGrp="1"/>
          </p:cNvSpPr>
          <p:nvPr>
            <p:ph type="title" idx="5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5" name="Google Shape;665;p38"/>
          <p:cNvSpPr txBox="1">
            <a:spLocks noGrp="1"/>
          </p:cNvSpPr>
          <p:nvPr>
            <p:ph type="body" idx="1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>
            <a:spLocks noGrp="1"/>
          </p:cNvSpPr>
          <p:nvPr>
            <p:ph type="body" idx="6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>
            <a:spLocks noGrp="1"/>
          </p:cNvSpPr>
          <p:nvPr>
            <p:ph type="body" idx="7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8" name="Google Shape;668;p38"/>
          <p:cNvSpPr txBox="1">
            <a:spLocks noGrp="1"/>
          </p:cNvSpPr>
          <p:nvPr>
            <p:ph type="body" idx="8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9" name="Google Shape;669;p38"/>
          <p:cNvSpPr txBox="1">
            <a:spLocks noGrp="1"/>
          </p:cNvSpPr>
          <p:nvPr>
            <p:ph type="body" idx="9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0" name="Google Shape;670;p38"/>
          <p:cNvSpPr txBox="1">
            <a:spLocks noGrp="1"/>
          </p:cNvSpPr>
          <p:nvPr>
            <p:ph type="body" idx="13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1" name="Google Shape;671;p38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Alt 1">
  <p:cSld name="BLANK_1_1_1_1_1_1_1_1_1_1_1_1_1_1_1">
    <p:bg>
      <p:bgPr>
        <a:solidFill>
          <a:schemeClr val="lt1"/>
        </a:solidFill>
        <a:effectLst/>
      </p:bgPr>
    </p:bg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3" name="Google Shape;673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4" name="Google Shape;674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5" name="Google Shape;675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6" name="Google Shape;676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7" name="Google Shape;67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1" name="Google Shape;68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82" name="Google Shape;68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83" name="Google Shape;68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4" name="Google Shape;68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5" name="Google Shape;68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6" name="Google Shape;686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7" name="Google Shape;687;p39"/>
          <p:cNvSpPr txBox="1">
            <a:spLocks noGrp="1"/>
          </p:cNvSpPr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8" name="Google Shape;688;p39"/>
          <p:cNvSpPr txBox="1">
            <a:spLocks noGrp="1"/>
          </p:cNvSpPr>
          <p:nvPr>
            <p:ph type="subTitle" idx="1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sp>
        <p:nvSpPr>
          <p:cNvPr id="689" name="Google Shape;689;p39"/>
          <p:cNvSpPr txBox="1">
            <a:spLocks noGrp="1"/>
          </p:cNvSpPr>
          <p:nvPr>
            <p:ph type="subTitle" idx="2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sp>
        <p:nvSpPr>
          <p:cNvPr id="690" name="Google Shape;690;p39"/>
          <p:cNvSpPr txBox="1">
            <a:spLocks noGrp="1"/>
          </p:cNvSpPr>
          <p:nvPr>
            <p:ph type="subTitle" idx="3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91" name="Google Shape;691;p39"/>
          <p:cNvSpPr txBox="1">
            <a:spLocks noGrp="1"/>
          </p:cNvSpPr>
          <p:nvPr>
            <p:ph type="subTitle" idx="4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sp>
        <p:nvSpPr>
          <p:cNvPr id="692" name="Google Shape;692;p39"/>
          <p:cNvSpPr txBox="1">
            <a:spLocks noGrp="1"/>
          </p:cNvSpPr>
          <p:nvPr>
            <p:ph type="subTitle" idx="5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93" name="Google Shape;693;p39"/>
          <p:cNvSpPr txBox="1">
            <a:spLocks noGrp="1"/>
          </p:cNvSpPr>
          <p:nvPr>
            <p:ph type="subTitle" idx="6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sp>
        <p:nvSpPr>
          <p:cNvPr id="694" name="Google Shape;694;p39"/>
          <p:cNvSpPr txBox="1">
            <a:spLocks noGrp="1"/>
          </p:cNvSpPr>
          <p:nvPr>
            <p:ph type="subTitle" idx="7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5" name="Google Shape;695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6" name="Google Shape;696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7" name="Google Shape;697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701" name="Google Shape;701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5" name="Google Shape;705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6" name="Google Shape;706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7" name="Google Shape;707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8" name="Google Shape;708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9" name="Google Shape;709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10" name="Google Shape;710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11" name="Google Shape;711;p39"/>
          <p:cNvSpPr txBox="1">
            <a:spLocks noGrp="1"/>
          </p:cNvSpPr>
          <p:nvPr>
            <p:ph type="subTitle" idx="8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2" name="Google Shape;712;p39"/>
          <p:cNvSpPr txBox="1">
            <a:spLocks noGrp="1"/>
          </p:cNvSpPr>
          <p:nvPr>
            <p:ph type="title" idx="9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13" name="Google Shape;713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4" name="Google Shape;714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5" name="Google Shape;715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6" name="Google Shape;716;p39"/>
          <p:cNvSpPr txBox="1">
            <a:spLocks noGrp="1"/>
          </p:cNvSpPr>
          <p:nvPr>
            <p:ph type="subTitle" idx="13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 panose="020B0503050203000203"/>
              <a:buNone/>
              <a:defRPr sz="16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sp>
        <p:nvSpPr>
          <p:cNvPr id="717" name="Google Shape;717;p39"/>
          <p:cNvSpPr txBox="1">
            <a:spLocks noGrp="1"/>
          </p:cNvSpPr>
          <p:nvPr>
            <p:ph type="title" idx="14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 panose="020B0503050203000203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8" name="Google Shape;718;p39"/>
          <p:cNvSpPr txBox="1">
            <a:spLocks noGrp="1"/>
          </p:cNvSpPr>
          <p:nvPr>
            <p:ph type="title" idx="15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 panose="020B0503050203000203"/>
              <a:buNone/>
              <a:defRPr sz="1800" b="1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9" name="Google Shape;719;p39"/>
          <p:cNvSpPr txBox="1">
            <a:spLocks noGrp="1"/>
          </p:cNvSpPr>
          <p:nvPr>
            <p:ph type="title" idx="16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 panose="020B0503050203000203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20" name="Google Shape;720;p39"/>
          <p:cNvSpPr txBox="1">
            <a:spLocks noGrp="1"/>
          </p:cNvSpPr>
          <p:nvPr>
            <p:ph type="title" idx="17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 panose="020B0503050203000203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21" name="Google Shape;721;p39"/>
          <p:cNvSpPr txBox="1">
            <a:spLocks noGrp="1"/>
          </p:cNvSpPr>
          <p:nvPr>
            <p:ph type="title" idx="18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2">
  <p:cSld name="BLANK_1_1_1_1_1_1_1_1_1_1_1_1_1_1_1_2">
    <p:bg>
      <p:bgPr>
        <a:solidFill>
          <a:schemeClr val="lt1"/>
        </a:solidFill>
        <a:effectLst/>
      </p:bgPr>
    </p:bg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40"/>
          <p:cNvSpPr txBox="1">
            <a:spLocks noGrp="1"/>
          </p:cNvSpPr>
          <p:nvPr>
            <p:ph type="body" idx="1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4" name="Google Shape;724;p40"/>
          <p:cNvSpPr txBox="1">
            <a:spLocks noGrp="1"/>
          </p:cNvSpPr>
          <p:nvPr>
            <p:ph type="body" idx="2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5" name="Google Shape;725;p40"/>
          <p:cNvSpPr txBox="1">
            <a:spLocks noGrp="1"/>
          </p:cNvSpPr>
          <p:nvPr>
            <p:ph type="body" idx="3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6" name="Google Shape;726;p40"/>
          <p:cNvSpPr txBox="1">
            <a:spLocks noGrp="1"/>
          </p:cNvSpPr>
          <p:nvPr>
            <p:ph type="body" idx="4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7" name="Google Shape;727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8" name="Google Shape;728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9" name="Google Shape;729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1" name="Google Shape;731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32" name="Google Shape;732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40" name="Google Shape;740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41" name="Google Shape;741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2" name="Google Shape;742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3" name="Google Shape;743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4" name="Google Shape;744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5" name="Google Shape;745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6" name="Google Shape;746;p40"/>
          <p:cNvSpPr/>
          <p:nvPr/>
        </p:nvSpPr>
        <p:spPr>
          <a:xfrm rot="10800000" flipH="1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7" name="Google Shape;747;p40"/>
          <p:cNvSpPr/>
          <p:nvPr/>
        </p:nvSpPr>
        <p:spPr>
          <a:xfrm rot="10800000" flipH="1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8" name="Google Shape;748;p40"/>
          <p:cNvSpPr/>
          <p:nvPr/>
        </p:nvSpPr>
        <p:spPr>
          <a:xfrm rot="10800000" flipH="1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9" name="Google Shape;749;p40"/>
          <p:cNvSpPr/>
          <p:nvPr/>
        </p:nvSpPr>
        <p:spPr>
          <a:xfrm rot="10800000" flipH="1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50" name="Google Shape;750;p40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51" name="Google Shape;751;p40"/>
          <p:cNvSpPr txBox="1">
            <a:spLocks noGrp="1"/>
          </p:cNvSpPr>
          <p:nvPr>
            <p:ph type="title" idx="5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52" name="Google Shape;752;p40"/>
          <p:cNvSpPr txBox="1">
            <a:spLocks noGrp="1"/>
          </p:cNvSpPr>
          <p:nvPr>
            <p:ph type="subTitle" idx="6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sp>
        <p:nvSpPr>
          <p:cNvPr id="753" name="Google Shape;753;p40"/>
          <p:cNvSpPr txBox="1">
            <a:spLocks noGrp="1"/>
          </p:cNvSpPr>
          <p:nvPr>
            <p:ph type="subTitle" idx="7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4" name="Google Shape;754;p40"/>
          <p:cNvSpPr txBox="1">
            <a:spLocks noGrp="1"/>
          </p:cNvSpPr>
          <p:nvPr>
            <p:ph type="subTitle" idx="8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5" name="Google Shape;755;p40"/>
          <p:cNvSpPr txBox="1">
            <a:spLocks noGrp="1"/>
          </p:cNvSpPr>
          <p:nvPr>
            <p:ph type="subTitle" idx="9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6" name="Google Shape;756;p40"/>
          <p:cNvSpPr txBox="1">
            <a:spLocks noGrp="1"/>
          </p:cNvSpPr>
          <p:nvPr>
            <p:ph type="subTitle" idx="13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7" name="Google Shape;757;p40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3">
  <p:cSld name="BLANK_1_1_1_1_1_1_1_1_1_1_1_1_1_1_1_2_1">
    <p:bg>
      <p:bgPr>
        <a:solidFill>
          <a:schemeClr val="lt1"/>
        </a:solidFill>
        <a:effectLst/>
      </p:bgPr>
    </p:bg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1"/>
          <p:cNvSpPr txBox="1">
            <a:spLocks noGrp="1"/>
          </p:cNvSpPr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60" name="Google Shape;760;p41"/>
          <p:cNvSpPr txBox="1">
            <a:spLocks noGrp="1"/>
          </p:cNvSpPr>
          <p:nvPr>
            <p:ph type="title" idx="2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61" name="Google Shape;761;p41"/>
          <p:cNvSpPr txBox="1">
            <a:spLocks noGrp="1"/>
          </p:cNvSpPr>
          <p:nvPr>
            <p:ph type="title" idx="3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62" name="Google Shape;762;p41"/>
          <p:cNvSpPr txBox="1">
            <a:spLocks noGrp="1"/>
          </p:cNvSpPr>
          <p:nvPr>
            <p:ph type="title" idx="4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63" name="Google Shape;763;p41"/>
          <p:cNvSpPr txBox="1">
            <a:spLocks noGrp="1"/>
          </p:cNvSpPr>
          <p:nvPr>
            <p:ph type="title" idx="5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4" name="Google Shape;764;p41"/>
          <p:cNvSpPr txBox="1">
            <a:spLocks noGrp="1"/>
          </p:cNvSpPr>
          <p:nvPr>
            <p:ph type="subTitle" idx="1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cxnSp>
        <p:nvCxnSpPr>
          <p:cNvPr id="765" name="Google Shape;765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66" name="Google Shape;766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7" name="Google Shape;767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8" name="Google Shape;768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0" name="Google Shape;770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71" name="Google Shape;771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9" name="Google Shape;779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80" name="Google Shape;780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1" name="Google Shape;781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2" name="Google Shape;782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3" name="Google Shape;783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4" name="Google Shape;784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5" name="Google Shape;785;p41"/>
          <p:cNvSpPr/>
          <p:nvPr/>
        </p:nvSpPr>
        <p:spPr>
          <a:xfrm rot="10800000" flipH="1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6" name="Google Shape;786;p41"/>
          <p:cNvSpPr/>
          <p:nvPr/>
        </p:nvSpPr>
        <p:spPr>
          <a:xfrm rot="10800000" flipH="1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7" name="Google Shape;787;p41"/>
          <p:cNvSpPr/>
          <p:nvPr/>
        </p:nvSpPr>
        <p:spPr>
          <a:xfrm rot="10800000" flipH="1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8" name="Google Shape;788;p41"/>
          <p:cNvSpPr/>
          <p:nvPr/>
        </p:nvSpPr>
        <p:spPr>
          <a:xfrm rot="10800000" flipH="1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9" name="Google Shape;789;p41"/>
          <p:cNvSpPr txBox="1">
            <a:spLocks noGrp="1"/>
          </p:cNvSpPr>
          <p:nvPr>
            <p:ph type="body" idx="6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90" name="Google Shape;790;p41"/>
          <p:cNvSpPr txBox="1">
            <a:spLocks noGrp="1"/>
          </p:cNvSpPr>
          <p:nvPr>
            <p:ph type="body" idx="7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91" name="Google Shape;791;p41"/>
          <p:cNvSpPr txBox="1">
            <a:spLocks noGrp="1"/>
          </p:cNvSpPr>
          <p:nvPr>
            <p:ph type="body" idx="8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92" name="Google Shape;792;p41"/>
          <p:cNvSpPr txBox="1">
            <a:spLocks noGrp="1"/>
          </p:cNvSpPr>
          <p:nvPr>
            <p:ph type="body" idx="9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93" name="Google Shape;793;p41"/>
          <p:cNvSpPr txBox="1">
            <a:spLocks noGrp="1"/>
          </p:cNvSpPr>
          <p:nvPr>
            <p:ph type="title" idx="13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>
            <a:spLocks noGrp="1"/>
          </p:cNvSpPr>
          <p:nvPr>
            <p:ph type="title" idx="14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5" name="Google Shape;795;p41"/>
          <p:cNvSpPr txBox="1">
            <a:spLocks noGrp="1"/>
          </p:cNvSpPr>
          <p:nvPr>
            <p:ph type="title" idx="15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6" name="Google Shape;796;p41"/>
          <p:cNvSpPr txBox="1">
            <a:spLocks noGrp="1"/>
          </p:cNvSpPr>
          <p:nvPr>
            <p:ph type="title" idx="16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 panose="020B0503050203000203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7" name="Google Shape;797;p41"/>
          <p:cNvSpPr txBox="1">
            <a:spLocks noGrp="1"/>
          </p:cNvSpPr>
          <p:nvPr>
            <p:ph type="title" idx="17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8" name="Google Shape;798;p41"/>
          <p:cNvSpPr txBox="1">
            <a:spLocks noGrp="1"/>
          </p:cNvSpPr>
          <p:nvPr>
            <p:ph type="title" idx="18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mages with caption">
  <p:cSld name="BLANK_1_1_1_1_1_1_1_1_1_1_1_1_1_1_1_1_1_1_2">
    <p:bg>
      <p:bgPr>
        <a:solidFill>
          <a:schemeClr val="lt1"/>
        </a:solidFill>
        <a:effectLst/>
      </p:bgPr>
    </p:bg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42"/>
          <p:cNvSpPr txBox="1">
            <a:spLocks noGrp="1"/>
          </p:cNvSpPr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801" name="Google Shape;801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802" name="Google Shape;802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803" name="Google Shape;803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4" name="Google Shape;804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5" name="Google Shape;805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8" name="Google Shape;808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9" name="Google Shape;809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0" name="Google Shape;810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1" name="Google Shape;811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4" name="Google Shape;814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5" name="Google Shape;81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6" name="Google Shape;816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9" name="Google Shape;819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20" name="Google Shape;820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1" name="Google Shape;821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2" name="Google Shape;82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3" name="Google Shape;82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4" name="Google Shape;824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5" name="Google Shape;825;p42"/>
          <p:cNvSpPr>
            <a:spLocks noGrp="1"/>
          </p:cNvSpPr>
          <p:nvPr>
            <p:ph type="pic" idx="2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6" name="Google Shape;826;p42"/>
          <p:cNvSpPr>
            <a:spLocks noGrp="1"/>
          </p:cNvSpPr>
          <p:nvPr>
            <p:ph type="pic" idx="3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7" name="Google Shape;827;p42"/>
          <p:cNvSpPr>
            <a:spLocks noGrp="1"/>
          </p:cNvSpPr>
          <p:nvPr>
            <p:ph type="pic" idx="4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8" name="Google Shape;828;p42"/>
          <p:cNvSpPr txBox="1">
            <a:spLocks noGrp="1"/>
          </p:cNvSpPr>
          <p:nvPr>
            <p:ph type="subTitle" idx="1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>
            <a:spLocks noGrp="1"/>
          </p:cNvSpPr>
          <p:nvPr>
            <p:ph type="title" idx="5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>
            <a:spLocks noGrp="1"/>
          </p:cNvSpPr>
          <p:nvPr>
            <p:ph type="subTitle" idx="6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1" name="Google Shape;831;p42"/>
          <p:cNvSpPr txBox="1">
            <a:spLocks noGrp="1"/>
          </p:cNvSpPr>
          <p:nvPr>
            <p:ph type="title" idx="7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2" name="Google Shape;832;p42"/>
          <p:cNvSpPr txBox="1">
            <a:spLocks noGrp="1"/>
          </p:cNvSpPr>
          <p:nvPr>
            <p:ph type="subTitle" idx="8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3" name="Google Shape;833;p42"/>
          <p:cNvSpPr txBox="1">
            <a:spLocks noGrp="1"/>
          </p:cNvSpPr>
          <p:nvPr>
            <p:ph type="title" idx="9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4" name="Google Shape;834;p42"/>
          <p:cNvSpPr txBox="1">
            <a:spLocks noGrp="1"/>
          </p:cNvSpPr>
          <p:nvPr>
            <p:ph type="title" idx="13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5" name="Google Shape;835;p42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4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8" name="Google Shape;838;p4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3" name="Google Shape;843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6" name="Google Shape;846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7" name="Google Shape;847;p4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4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2" name="Google Shape;852;p4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7" name="Google Shape;857;p5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8" name="Google Shape;858;p5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5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53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4" name="Google Shape;864;p53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6" name="Google Shape;866;p53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7" name="Google Shape;867;p53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8" name="Google Shape;868;p53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9" name="Google Shape;869;p53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4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55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6" name="Google Shape;876;p55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7" name="Google Shape;877;p55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5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9" name="Google Shape;879;p55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56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2" name="Google Shape;882;p56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3" name="Google Shape;883;p56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4" name="Google Shape;884;p56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5" name="Google Shape;885;p56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6" name="Google Shape;886;p56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7" name="Google Shape;887;p56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7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0" name="Google Shape;890;p57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1" name="Google Shape;891;p57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2" name="Google Shape;892;p57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3" name="Google Shape;893;p57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4" name="Google Shape;894;p57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5" name="Google Shape;895;p57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6" name="Google Shape;896;p57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7" name="Google Shape;897;p57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0" name="Google Shape;900;p58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9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3" name="Google Shape;903;p59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4" name="Google Shape;904;p59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5" name="Google Shape;905;p59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6" name="Google Shape;906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7" name="Google Shape;907;p59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8" name="Google Shape;908;p59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60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1" name="Google Shape;911;p60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2" name="Google Shape;912;p60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3" name="Google Shape;913;p60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4" name="Google Shape;914;p60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5" name="Google Shape;915;p60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6" name="Google Shape;916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7" name="Google Shape;917;p60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8" name="Google Shape;918;p60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9" name="Google Shape;919;p60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61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62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6" name="Google Shape;926;p62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9" name="Google Shape;929;p62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0" name="Google Shape;930;p62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1" name="Google Shape;931;p62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32" name="Google Shape;932;p62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8" Type="http://schemas.openxmlformats.org/officeDocument/2006/relationships/theme" Target="../theme/theme2.xml"/><Relationship Id="rId47" Type="http://schemas.openxmlformats.org/officeDocument/2006/relationships/slideLayout" Target="../slideLayouts/slideLayout58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0" Type="http://schemas.openxmlformats.org/officeDocument/2006/relationships/slideLayout" Target="../slideLayouts/slideLayout51.xml"/><Relationship Id="rId4" Type="http://schemas.openxmlformats.org/officeDocument/2006/relationships/slideLayout" Target="../slideLayouts/slideLayout15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" Type="http://schemas.openxmlformats.org/officeDocument/2006/relationships/slideLayout" Target="../slideLayouts/slideLayout14.xml"/><Relationship Id="rId29" Type="http://schemas.openxmlformats.org/officeDocument/2006/relationships/slideLayout" Target="../slideLayouts/slideLayout40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 panose="00000500000000000000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 panose="00000500000000000000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 panose="00000500000000000000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 panose="00000500000000000000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 panose="00000500000000000000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 panose="00000500000000000000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 panose="00000500000000000000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 panose="00000500000000000000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 panose="00000500000000000000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 panose="00000500000000000000"/>
                <a:ea typeface="Oswald" panose="00000500000000000000"/>
                <a:cs typeface="Oswald" panose="00000500000000000000"/>
                <a:sym typeface="Oswald" panose="00000500000000000000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 panose="00000500000000000000"/>
              <a:buChar char="●"/>
              <a:defRPr sz="1800">
                <a:solidFill>
                  <a:schemeClr val="dk2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 panose="00000500000000000000"/>
              <a:buChar char="○"/>
              <a:defRPr>
                <a:solidFill>
                  <a:schemeClr val="dk2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 panose="00000500000000000000"/>
              <a:buChar char="■"/>
              <a:defRPr>
                <a:solidFill>
                  <a:schemeClr val="dk2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 panose="00000500000000000000"/>
              <a:buChar char="●"/>
              <a:defRPr>
                <a:solidFill>
                  <a:schemeClr val="dk2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 panose="00000500000000000000"/>
              <a:buChar char="○"/>
              <a:defRPr>
                <a:solidFill>
                  <a:schemeClr val="dk2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 panose="00000500000000000000"/>
              <a:buChar char="■"/>
              <a:defRPr>
                <a:solidFill>
                  <a:schemeClr val="dk2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 panose="00000500000000000000"/>
              <a:buChar char="●"/>
              <a:defRPr>
                <a:solidFill>
                  <a:schemeClr val="dk2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 panose="00000500000000000000"/>
              <a:buChar char="○"/>
              <a:defRPr>
                <a:solidFill>
                  <a:schemeClr val="dk2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 panose="00000500000000000000"/>
              <a:buChar char="■"/>
              <a:defRPr>
                <a:solidFill>
                  <a:schemeClr val="dk2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 panose="00000500000000000000"/>
                <a:ea typeface="Playfair Display" panose="00000500000000000000"/>
                <a:cs typeface="Playfair Display" panose="00000500000000000000"/>
                <a:sym typeface="Playfair Display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 panose="020B0503050203000203"/>
              <a:buNone/>
              <a:defRPr sz="3000">
                <a:solidFill>
                  <a:schemeClr val="lt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 panose="020B0503050203000203"/>
              <a:buNone/>
              <a:defRPr sz="3000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 panose="020B0503050203000203"/>
              <a:buNone/>
              <a:defRPr sz="3000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 panose="020B0503050203000203"/>
              <a:buNone/>
              <a:defRPr sz="3000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 panose="020B0503050203000203"/>
              <a:buNone/>
              <a:defRPr sz="3000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 panose="020B0503050203000203"/>
              <a:buNone/>
              <a:defRPr sz="3000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 panose="020B0503050203000203"/>
              <a:buNone/>
              <a:defRPr sz="3000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 panose="020B0503050203000203"/>
              <a:buNone/>
              <a:defRPr sz="3000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 panose="020B0503050203000203"/>
              <a:buNone/>
              <a:defRPr sz="3000"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/>
        </p:txBody>
      </p:sp>
      <p:sp>
        <p:nvSpPr>
          <p:cNvPr id="57" name="Google Shape;57;p13"/>
          <p:cNvSpPr txBox="1">
            <a:spLocks noGrp="1"/>
          </p:cNvSpPr>
          <p:nvPr>
            <p:ph type="body" idx="2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8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hyperlink" Target="https://www.nltk.org/" TargetMode="Externa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8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8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48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8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63"/>
          <p:cNvSpPr txBox="1">
            <a:spLocks noGrp="1"/>
          </p:cNvSpPr>
          <p:nvPr>
            <p:ph type="title"/>
          </p:nvPr>
        </p:nvSpPr>
        <p:spPr>
          <a:xfrm>
            <a:off x="99720" y="813654"/>
            <a:ext cx="5578200" cy="105079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dirty="0">
                <a:solidFill>
                  <a:schemeClr val="dk2"/>
                </a:solidFill>
              </a:rPr>
              <a:t>Food Trends Understanding Customer Preferences in FB</a:t>
            </a:r>
            <a:endParaRPr sz="3000" dirty="0">
              <a:solidFill>
                <a:schemeClr val="dk2"/>
              </a:solidFill>
            </a:endParaRPr>
          </a:p>
        </p:txBody>
      </p:sp>
      <p:sp>
        <p:nvSpPr>
          <p:cNvPr id="939" name="Google Shape;939;p63"/>
          <p:cNvSpPr txBox="1"/>
          <p:nvPr/>
        </p:nvSpPr>
        <p:spPr>
          <a:xfrm>
            <a:off x="172110" y="1880244"/>
            <a:ext cx="5578200" cy="4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i="1" dirty="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rPr>
              <a:t>Power BI Sentiment Analysis Project</a:t>
            </a:r>
            <a:endParaRPr sz="2000" i="1" dirty="0">
              <a:solidFill>
                <a:schemeClr val="dk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" name="Google Shape;944;p64"/>
          <p:cNvSpPr txBox="1"/>
          <p:nvPr/>
        </p:nvSpPr>
        <p:spPr>
          <a:xfrm>
            <a:off x="274320" y="2522107"/>
            <a:ext cx="4390500" cy="16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 panose="020B0503050203000203"/>
              <a:buNone/>
              <a:defRPr sz="5500" b="0" i="0" u="none" strike="noStrike" cap="none">
                <a:solidFill>
                  <a:schemeClr val="dk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 panose="020B0503050203000203"/>
              <a:buNone/>
              <a:defRPr sz="5500" b="0" i="0" u="none" strike="noStrike" cap="none">
                <a:solidFill>
                  <a:schemeClr val="dk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 panose="020B0503050203000203"/>
              <a:buNone/>
              <a:defRPr sz="5500" b="0" i="0" u="none" strike="noStrike" cap="none">
                <a:solidFill>
                  <a:schemeClr val="dk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 panose="020B0503050203000203"/>
              <a:buNone/>
              <a:defRPr sz="5500" b="0" i="0" u="none" strike="noStrike" cap="none">
                <a:solidFill>
                  <a:schemeClr val="dk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 panose="020B0503050203000203"/>
              <a:buNone/>
              <a:defRPr sz="5500" b="0" i="0" u="none" strike="noStrike" cap="none">
                <a:solidFill>
                  <a:schemeClr val="dk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 panose="020B0503050203000203"/>
              <a:buNone/>
              <a:defRPr sz="5500" b="0" i="0" u="none" strike="noStrike" cap="none">
                <a:solidFill>
                  <a:schemeClr val="dk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 panose="020B0503050203000203"/>
              <a:buNone/>
              <a:defRPr sz="5500" b="0" i="0" u="none" strike="noStrike" cap="none">
                <a:solidFill>
                  <a:schemeClr val="dk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 panose="020B0503050203000203"/>
              <a:buNone/>
              <a:defRPr sz="5500" b="0" i="0" u="none" strike="noStrike" cap="none">
                <a:solidFill>
                  <a:schemeClr val="dk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 panose="020B0503050203000203"/>
              <a:buNone/>
              <a:defRPr sz="5500" b="0" i="0" u="none" strike="noStrike" cap="none">
                <a:solidFill>
                  <a:schemeClr val="dk1"/>
                </a:solidFill>
                <a:latin typeface="IBM Plex Sans" panose="020B0503050203000203"/>
                <a:ea typeface="IBM Plex Sans" panose="020B0503050203000203"/>
                <a:cs typeface="IBM Plex Sans" panose="020B0503050203000203"/>
                <a:sym typeface="IBM Plex Sans" panose="020B0503050203000203"/>
              </a:defRPr>
            </a:lvl9pPr>
          </a:lstStyle>
          <a:p>
            <a:r>
              <a:rPr lang="en-IN" sz="2800" dirty="0">
                <a:latin typeface="EB Garamond SemiBold" pitchFamily="2" charset="0"/>
                <a:ea typeface="EB Garamond SemiBold" pitchFamily="2" charset="0"/>
              </a:rPr>
              <a:t>Batch 4 – Team B</a:t>
            </a:r>
            <a:endParaRPr lang="en-IN" sz="2800" dirty="0">
              <a:latin typeface="EB Garamond SemiBold" pitchFamily="2" charset="0"/>
              <a:ea typeface="EB Garamond SemiBold" pitchFamily="2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20980" y="4320540"/>
            <a:ext cx="4853940" cy="358140"/>
          </a:xfrm>
          <a:prstGeom prst="rect">
            <a:avLst/>
          </a:prstGeom>
          <a:solidFill>
            <a:srgbClr val="353535"/>
          </a:solidFill>
          <a:ln>
            <a:solidFill>
              <a:srgbClr val="3535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Google Shape;945;p64"/>
          <p:cNvSpPr txBox="1"/>
          <p:nvPr/>
        </p:nvSpPr>
        <p:spPr>
          <a:xfrm>
            <a:off x="408120" y="2984796"/>
            <a:ext cx="3879000" cy="2690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115000"/>
              </a:lnSpc>
              <a:buClr>
                <a:schemeClr val="dk2"/>
              </a:buClr>
              <a:buSzPts val="1000"/>
            </a:pPr>
            <a:r>
              <a:rPr lang="en-IN" sz="1800" dirty="0">
                <a:solidFill>
                  <a:schemeClr val="dk2"/>
                </a:solidFill>
                <a:latin typeface="EB Garamond SemiBold"/>
                <a:ea typeface="EB Garamond SemiBold"/>
                <a:sym typeface="EB Garamond SemiBold"/>
              </a:rPr>
              <a:t>Vaishnavi </a:t>
            </a:r>
            <a:r>
              <a:rPr lang="en-IN" sz="1800" dirty="0" err="1">
                <a:solidFill>
                  <a:schemeClr val="dk2"/>
                </a:solidFill>
                <a:latin typeface="EB Garamond SemiBold"/>
                <a:ea typeface="EB Garamond SemiBold"/>
                <a:sym typeface="EB Garamond SemiBold"/>
              </a:rPr>
              <a:t>Jerkoni</a:t>
            </a:r>
            <a:endParaRPr lang="en-IN" sz="1800" dirty="0">
              <a:solidFill>
                <a:schemeClr val="dk2"/>
              </a:solidFill>
              <a:latin typeface="EB Garamond SemiBold"/>
              <a:ea typeface="EB Garamond SemiBold"/>
              <a:sym typeface="EB Garamond SemiBold"/>
            </a:endParaRPr>
          </a:p>
          <a:p>
            <a:pPr>
              <a:lnSpc>
                <a:spcPct val="115000"/>
              </a:lnSpc>
              <a:buClr>
                <a:schemeClr val="dk2"/>
              </a:buClr>
              <a:buSzPts val="1000"/>
            </a:pPr>
            <a:r>
              <a:rPr lang="en-IN" sz="1800" dirty="0" err="1">
                <a:solidFill>
                  <a:schemeClr val="dk2"/>
                </a:solidFill>
                <a:latin typeface="EB Garamond SemiBold"/>
                <a:ea typeface="EB Garamond SemiBold"/>
                <a:sym typeface="EB Garamond SemiBold"/>
              </a:rPr>
              <a:t>Omsri</a:t>
            </a:r>
            <a:r>
              <a:rPr lang="en-IN" sz="1800" dirty="0">
                <a:solidFill>
                  <a:schemeClr val="dk2"/>
                </a:solidFill>
                <a:latin typeface="EB Garamond SemiBold"/>
                <a:ea typeface="EB Garamond SemiBold"/>
                <a:sym typeface="EB Garamond SemiBold"/>
              </a:rPr>
              <a:t> Behera</a:t>
            </a:r>
            <a:endParaRPr lang="en-IN" sz="1800" dirty="0">
              <a:solidFill>
                <a:schemeClr val="dk2"/>
              </a:solidFill>
              <a:latin typeface="EB Garamond SemiBold"/>
              <a:ea typeface="EB Garamond SemiBold"/>
              <a:sym typeface="EB Garamond SemiBold"/>
            </a:endParaRPr>
          </a:p>
          <a:p>
            <a:pPr>
              <a:lnSpc>
                <a:spcPct val="115000"/>
              </a:lnSpc>
              <a:buClr>
                <a:schemeClr val="dk2"/>
              </a:buClr>
              <a:buSzPts val="1000"/>
            </a:pPr>
            <a:r>
              <a:rPr lang="en-IN" sz="1800" dirty="0">
                <a:solidFill>
                  <a:schemeClr val="dk2"/>
                </a:solidFill>
                <a:latin typeface="EB Garamond SemiBold"/>
                <a:ea typeface="EB Garamond SemiBold"/>
                <a:sym typeface="EB Garamond SemiBold"/>
              </a:rPr>
              <a:t>Krishna Samarth</a:t>
            </a:r>
            <a:endParaRPr lang="en-IN" sz="1800" dirty="0">
              <a:solidFill>
                <a:schemeClr val="dk2"/>
              </a:solidFill>
              <a:latin typeface="EB Garamond SemiBold"/>
              <a:ea typeface="EB Garamond SemiBold"/>
              <a:sym typeface="EB Garamond SemiBold"/>
            </a:endParaRPr>
          </a:p>
          <a:p>
            <a:pPr>
              <a:lnSpc>
                <a:spcPct val="115000"/>
              </a:lnSpc>
              <a:buClr>
                <a:schemeClr val="dk2"/>
              </a:buClr>
              <a:buSzPts val="1000"/>
            </a:pPr>
            <a:r>
              <a:rPr lang="en-IN" sz="1800" dirty="0">
                <a:solidFill>
                  <a:schemeClr val="dk2"/>
                </a:solidFill>
                <a:latin typeface="EB Garamond SemiBold"/>
                <a:ea typeface="EB Garamond SemiBold"/>
                <a:sym typeface="EB Garamond SemiBold"/>
              </a:rPr>
              <a:t>Kunal Chawla</a:t>
            </a:r>
            <a:endParaRPr lang="en-IN" sz="1800" dirty="0">
              <a:solidFill>
                <a:schemeClr val="dk2"/>
              </a:solidFill>
              <a:latin typeface="EB Garamond SemiBold"/>
              <a:ea typeface="EB Garamond SemiBold"/>
              <a:sym typeface="EB Garamond SemiBold"/>
            </a:endParaRPr>
          </a:p>
          <a:p>
            <a:pPr>
              <a:lnSpc>
                <a:spcPct val="115000"/>
              </a:lnSpc>
              <a:buClr>
                <a:schemeClr val="dk2"/>
              </a:buClr>
              <a:buSzPts val="1000"/>
            </a:pPr>
            <a:r>
              <a:rPr lang="en-IN" sz="1800" dirty="0">
                <a:solidFill>
                  <a:schemeClr val="dk2"/>
                </a:solidFill>
                <a:latin typeface="EB Garamond SemiBold"/>
                <a:ea typeface="EB Garamond SemiBold"/>
                <a:sym typeface="EB Garamond SemiBold"/>
              </a:rPr>
              <a:t>Pallabi Singh</a:t>
            </a:r>
            <a:endParaRPr lang="en-IN" sz="1800" dirty="0">
              <a:solidFill>
                <a:schemeClr val="dk2"/>
              </a:solidFill>
              <a:latin typeface="EB Garamond SemiBold"/>
              <a:ea typeface="EB Garamond SemiBold"/>
              <a:sym typeface="EB Garamond SemiBold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"/>
          <a:srcRect l="13448" t="20032" r="23602" b="18119"/>
          <a:stretch>
            <a:fillRect/>
          </a:stretch>
        </p:blipFill>
        <p:spPr>
          <a:xfrm>
            <a:off x="0" y="-63512"/>
            <a:ext cx="1720741" cy="1056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65"/>
          <p:cNvSpPr txBox="1">
            <a:spLocks noGrp="1"/>
          </p:cNvSpPr>
          <p:nvPr>
            <p:ph type="title" idx="3"/>
          </p:nvPr>
        </p:nvSpPr>
        <p:spPr>
          <a:xfrm>
            <a:off x="114935" y="471170"/>
            <a:ext cx="4982845" cy="7353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dirty="0"/>
              <a:t>Project Objectives</a:t>
            </a:r>
            <a:endParaRPr sz="3600" dirty="0"/>
          </a:p>
        </p:txBody>
      </p:sp>
      <p:sp>
        <p:nvSpPr>
          <p:cNvPr id="951" name="Google Shape;951;p65"/>
          <p:cNvSpPr txBox="1"/>
          <p:nvPr/>
        </p:nvSpPr>
        <p:spPr>
          <a:xfrm>
            <a:off x="237025" y="1092875"/>
            <a:ext cx="7617000" cy="30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➢"/>
            </a:pPr>
            <a:r>
              <a:rPr lang="en-GB" sz="1500" dirty="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Analyze customer feedback from structured and unstructured data</a:t>
            </a:r>
            <a:endParaRPr sz="1500" dirty="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➢"/>
            </a:pPr>
            <a:r>
              <a:rPr lang="en-GB" sz="1500" dirty="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Understand customer sentiment, preferences, and recurring complaints</a:t>
            </a:r>
            <a:endParaRPr sz="1500" dirty="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➢"/>
            </a:pPr>
            <a:r>
              <a:rPr lang="en-GB" sz="1500" dirty="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Apply sentiment analysis and customer segmentation techniques</a:t>
            </a:r>
            <a:endParaRPr sz="1500" dirty="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➢"/>
            </a:pPr>
            <a:r>
              <a:rPr lang="en-GB" sz="1500" dirty="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Identify trending keywords and product-level insights</a:t>
            </a:r>
            <a:endParaRPr sz="1500" dirty="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➢"/>
            </a:pPr>
            <a:r>
              <a:rPr lang="en-GB" sz="1500" dirty="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Build interactive Power BI dashboards to support</a:t>
            </a:r>
            <a:endParaRPr sz="1500" dirty="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6" name="Google Shape;956;p66"/>
          <p:cNvCxnSpPr>
            <a:stCxn id="957" idx="6"/>
            <a:endCxn id="958" idx="2"/>
          </p:cNvCxnSpPr>
          <p:nvPr/>
        </p:nvCxnSpPr>
        <p:spPr>
          <a:xfrm>
            <a:off x="982600" y="2676626"/>
            <a:ext cx="67488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9" name="Google Shape;959;p66"/>
          <p:cNvSpPr/>
          <p:nvPr/>
        </p:nvSpPr>
        <p:spPr>
          <a:xfrm>
            <a:off x="3437450" y="2496026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28613" dist="28575" dir="2700000" algn="bl" rotWithShape="0">
              <a:schemeClr val="accent3">
                <a:alpha val="5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0" name="Google Shape;960;p66"/>
          <p:cNvSpPr/>
          <p:nvPr/>
        </p:nvSpPr>
        <p:spPr>
          <a:xfrm>
            <a:off x="6191088" y="2496026"/>
            <a:ext cx="361200" cy="361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dist="38100" dir="540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7" name="Google Shape;957;p66"/>
          <p:cNvSpPr/>
          <p:nvPr/>
        </p:nvSpPr>
        <p:spPr>
          <a:xfrm>
            <a:off x="621400" y="2496026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dist="28575" dir="2700000" algn="bl" rotWithShape="0">
              <a:schemeClr val="accent4">
                <a:alpha val="56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58" name="Google Shape;958;p66"/>
          <p:cNvSpPr/>
          <p:nvPr/>
        </p:nvSpPr>
        <p:spPr>
          <a:xfrm>
            <a:off x="7731463" y="2496033"/>
            <a:ext cx="361200" cy="361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dist="76200" dir="7800000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1" name="Google Shape;961;p66"/>
          <p:cNvSpPr txBox="1">
            <a:spLocks noGrp="1"/>
          </p:cNvSpPr>
          <p:nvPr>
            <p:ph type="title" idx="5"/>
          </p:nvPr>
        </p:nvSpPr>
        <p:spPr>
          <a:xfrm>
            <a:off x="389255" y="2031365"/>
            <a:ext cx="826135" cy="4140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Step 1</a:t>
            </a:r>
            <a:endParaRPr lang="en-GB" sz="1600"/>
          </a:p>
        </p:txBody>
      </p:sp>
      <p:sp>
        <p:nvSpPr>
          <p:cNvPr id="962" name="Google Shape;962;p66"/>
          <p:cNvSpPr txBox="1">
            <a:spLocks noGrp="1"/>
          </p:cNvSpPr>
          <p:nvPr>
            <p:ph type="title" idx="3"/>
          </p:nvPr>
        </p:nvSpPr>
        <p:spPr>
          <a:xfrm>
            <a:off x="1685290" y="2031365"/>
            <a:ext cx="826135" cy="1489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Step 2</a:t>
            </a:r>
            <a:endParaRPr lang="en-GB" sz="1600"/>
          </a:p>
        </p:txBody>
      </p:sp>
      <p:sp>
        <p:nvSpPr>
          <p:cNvPr id="963" name="Google Shape;963;p66"/>
          <p:cNvSpPr txBox="1">
            <a:spLocks noGrp="1"/>
          </p:cNvSpPr>
          <p:nvPr>
            <p:ph type="title" idx="4"/>
          </p:nvPr>
        </p:nvSpPr>
        <p:spPr>
          <a:xfrm>
            <a:off x="3204845" y="2031365"/>
            <a:ext cx="826135" cy="1489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Step 3</a:t>
            </a:r>
            <a:endParaRPr lang="en-GB" sz="1600"/>
          </a:p>
        </p:txBody>
      </p:sp>
      <p:sp>
        <p:nvSpPr>
          <p:cNvPr id="964" name="Google Shape;964;p66"/>
          <p:cNvSpPr txBox="1">
            <a:spLocks noGrp="1"/>
          </p:cNvSpPr>
          <p:nvPr>
            <p:ph type="title" idx="6"/>
          </p:nvPr>
        </p:nvSpPr>
        <p:spPr>
          <a:xfrm>
            <a:off x="4407535" y="2031365"/>
            <a:ext cx="826135" cy="16776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Step 4</a:t>
            </a:r>
            <a:endParaRPr lang="en-GB" sz="1600"/>
          </a:p>
        </p:txBody>
      </p:sp>
      <p:sp>
        <p:nvSpPr>
          <p:cNvPr id="965" name="Google Shape;965;p66"/>
          <p:cNvSpPr txBox="1">
            <a:spLocks noGrp="1"/>
          </p:cNvSpPr>
          <p:nvPr>
            <p:ph type="body" idx="1"/>
          </p:nvPr>
        </p:nvSpPr>
        <p:spPr>
          <a:xfrm>
            <a:off x="114700" y="2907750"/>
            <a:ext cx="1374600" cy="67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Collection</a:t>
            </a:r>
            <a:endParaRPr dirty="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6" name="Google Shape;966;p66"/>
          <p:cNvSpPr txBox="1">
            <a:spLocks noGrp="1"/>
          </p:cNvSpPr>
          <p:nvPr>
            <p:ph type="title"/>
          </p:nvPr>
        </p:nvSpPr>
        <p:spPr>
          <a:xfrm>
            <a:off x="115025" y="502775"/>
            <a:ext cx="5829000" cy="11779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Project Agenda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7" name="Google Shape;967;p66"/>
          <p:cNvSpPr txBox="1">
            <a:spLocks noGrp="1"/>
          </p:cNvSpPr>
          <p:nvPr>
            <p:ph type="body" idx="8"/>
          </p:nvPr>
        </p:nvSpPr>
        <p:spPr>
          <a:xfrm>
            <a:off x="2828288" y="2960850"/>
            <a:ext cx="15795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System Architecture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68" name="Google Shape;968;p66"/>
          <p:cNvSpPr txBox="1">
            <a:spLocks noGrp="1"/>
          </p:cNvSpPr>
          <p:nvPr>
            <p:ph type="body" idx="9"/>
          </p:nvPr>
        </p:nvSpPr>
        <p:spPr>
          <a:xfrm>
            <a:off x="4345900" y="2960850"/>
            <a:ext cx="14877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Data Transformation &amp; Modeling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9" name="Google Shape;969;p66"/>
          <p:cNvSpPr txBox="1">
            <a:spLocks noGrp="1"/>
          </p:cNvSpPr>
          <p:nvPr>
            <p:ph type="body" idx="14"/>
          </p:nvPr>
        </p:nvSpPr>
        <p:spPr>
          <a:xfrm>
            <a:off x="1522900" y="3003050"/>
            <a:ext cx="13746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Sentiment Score Analysis</a:t>
            </a:r>
            <a:endParaRPr lang="en-GB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0" name="Google Shape;970;p66"/>
          <p:cNvSpPr/>
          <p:nvPr/>
        </p:nvSpPr>
        <p:spPr>
          <a:xfrm>
            <a:off x="4713988" y="2496026"/>
            <a:ext cx="361200" cy="361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dist="38100" dir="540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1" name="Google Shape;971;p66"/>
          <p:cNvSpPr/>
          <p:nvPr/>
        </p:nvSpPr>
        <p:spPr>
          <a:xfrm>
            <a:off x="1968588" y="2496026"/>
            <a:ext cx="361200" cy="361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dist="38100" dir="540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2" name="Google Shape;972;p66"/>
          <p:cNvSpPr txBox="1"/>
          <p:nvPr/>
        </p:nvSpPr>
        <p:spPr>
          <a:xfrm>
            <a:off x="5833600" y="2023100"/>
            <a:ext cx="1136700" cy="427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rPr>
              <a:t>Step </a:t>
            </a:r>
            <a:r>
              <a:rPr lang="en-GB" sz="16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rPr>
              <a:t>5</a:t>
            </a:r>
            <a:endParaRPr lang="en-GB" sz="1600">
              <a:solidFill>
                <a:schemeClr val="lt1"/>
              </a:solidFill>
              <a:latin typeface="IBM Plex Sans Medium" panose="020B0603050203000203"/>
              <a:ea typeface="IBM Plex Sans Medium" panose="020B0603050203000203"/>
              <a:cs typeface="IBM Plex Sans Medium" panose="020B0603050203000203"/>
              <a:sym typeface="IBM Plex Sans Medium" panose="020B0603050203000203"/>
            </a:endParaRPr>
          </a:p>
        </p:txBody>
      </p:sp>
      <p:sp>
        <p:nvSpPr>
          <p:cNvPr id="973" name="Google Shape;973;p66"/>
          <p:cNvSpPr txBox="1"/>
          <p:nvPr/>
        </p:nvSpPr>
        <p:spPr>
          <a:xfrm>
            <a:off x="7343725" y="2023100"/>
            <a:ext cx="1136700" cy="673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lt1"/>
                </a:solidFill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rPr>
              <a:t>Step 6</a:t>
            </a:r>
            <a:endParaRPr sz="1600">
              <a:solidFill>
                <a:schemeClr val="lt1"/>
              </a:solidFill>
              <a:latin typeface="IBM Plex Sans Medium" panose="020B0603050203000203"/>
              <a:ea typeface="IBM Plex Sans Medium" panose="020B0603050203000203"/>
              <a:cs typeface="IBM Plex Sans Medium" panose="020B0603050203000203"/>
              <a:sym typeface="IBM Plex Sans Medium" panose="020B0603050203000203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IBM Plex Sans Medium" panose="020B0603050203000203"/>
              <a:ea typeface="IBM Plex Sans Medium" panose="020B0603050203000203"/>
              <a:cs typeface="IBM Plex Sans Medium" panose="020B0603050203000203"/>
              <a:sym typeface="IBM Plex Sans Medium" panose="020B0603050203000203"/>
            </a:endParaRPr>
          </a:p>
        </p:txBody>
      </p:sp>
      <p:sp>
        <p:nvSpPr>
          <p:cNvPr id="974" name="Google Shape;974;p66"/>
          <p:cNvSpPr txBox="1">
            <a:spLocks noGrp="1"/>
          </p:cNvSpPr>
          <p:nvPr>
            <p:ph type="body" idx="9"/>
          </p:nvPr>
        </p:nvSpPr>
        <p:spPr>
          <a:xfrm>
            <a:off x="7282000" y="2912875"/>
            <a:ext cx="14877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Results &amp; Outcomes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5" name="Google Shape;975;p66"/>
          <p:cNvSpPr txBox="1">
            <a:spLocks noGrp="1"/>
          </p:cNvSpPr>
          <p:nvPr>
            <p:ph type="body" idx="9"/>
          </p:nvPr>
        </p:nvSpPr>
        <p:spPr>
          <a:xfrm>
            <a:off x="5911450" y="2960850"/>
            <a:ext cx="9810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Dashboards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67"/>
          <p:cNvSpPr txBox="1">
            <a:spLocks noGrp="1"/>
          </p:cNvSpPr>
          <p:nvPr>
            <p:ph type="title"/>
          </p:nvPr>
        </p:nvSpPr>
        <p:spPr>
          <a:xfrm>
            <a:off x="114300" y="219075"/>
            <a:ext cx="6506845" cy="8642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Unstructured Dataset</a:t>
            </a:r>
            <a:endParaRPr dirty="0"/>
          </a:p>
        </p:txBody>
      </p:sp>
      <p:sp>
        <p:nvSpPr>
          <p:cNvPr id="981" name="Google Shape;981;p67"/>
          <p:cNvSpPr txBox="1">
            <a:spLocks noGrp="1"/>
          </p:cNvSpPr>
          <p:nvPr>
            <p:ph type="subTitle" idx="1"/>
          </p:nvPr>
        </p:nvSpPr>
        <p:spPr>
          <a:xfrm>
            <a:off x="114300" y="974725"/>
            <a:ext cx="5387340" cy="150622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dirty="0">
                <a:latin typeface="Sora" charset="0"/>
                <a:cs typeface="Sora" charset="0"/>
              </a:rPr>
              <a:t>A </a:t>
            </a:r>
            <a:r>
              <a:rPr lang="en-GB" sz="1200" dirty="0">
                <a:latin typeface="Sora" charset="0"/>
                <a:ea typeface="Arial" panose="020B0604020202020204"/>
                <a:cs typeface="Sora" charset="0"/>
                <a:sym typeface="Arial" panose="020B0604020202020204"/>
              </a:rPr>
              <a:t>collection of information that lacks a predefined data model, format, or schema, making it difficult for traditional databases to process, but rich in qualitative insights, existing as free-form text, images, audio, video, emails, and social media posts, requiring advanced tools like AI and NLP for analysis.</a:t>
            </a:r>
            <a:r>
              <a:rPr lang="en-IN" altLang="en-GB" sz="1200" dirty="0">
                <a:latin typeface="Sora" charset="0"/>
                <a:ea typeface="Arial" panose="020B0604020202020204"/>
                <a:cs typeface="Sora" charset="0"/>
                <a:sym typeface="Arial" panose="020B0604020202020204"/>
              </a:rPr>
              <a:t> Sources used:Apify scrapper,facebook  review urls.</a:t>
            </a:r>
            <a:endParaRPr lang="en-IN" altLang="en-GB" sz="1200" dirty="0">
              <a:latin typeface="Sora" charset="0"/>
              <a:ea typeface="Arial" panose="020B0604020202020204"/>
              <a:cs typeface="Sora" charset="0"/>
              <a:sym typeface="Arial" panose="020B0604020202020204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850" y="2686050"/>
            <a:ext cx="5732145" cy="23463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69"/>
          <p:cNvSpPr txBox="1">
            <a:spLocks noGrp="1"/>
          </p:cNvSpPr>
          <p:nvPr>
            <p:ph type="subTitle" idx="1"/>
          </p:nvPr>
        </p:nvSpPr>
        <p:spPr>
          <a:xfrm>
            <a:off x="216325" y="937500"/>
            <a:ext cx="7802260" cy="153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  <a:buClr>
                <a:srgbClr val="000000"/>
              </a:buClr>
              <a:buFont typeface="Arial" panose="020B0604020202020204"/>
            </a:pPr>
            <a:r>
              <a:rPr lang="en-GB" sz="1200" dirty="0">
                <a:sym typeface="Arial" panose="020B0604020202020204"/>
              </a:rPr>
              <a:t>A structured dataset is data organized into a fixed, predefined format, typically in tables with rows and columns (like spreadsheets or relational databases), making it easily searchable, understandable, and processable by machines for analysis. It uses a schema (data model) to define distinct fields, such as names, dates, or numbers, allowing for efficient storage and retrieval of quantitative or qualitative information. </a:t>
            </a:r>
            <a:endParaRPr sz="1200" dirty="0">
              <a:sym typeface="Arial" panose="020B0604020202020204"/>
            </a:endParaRPr>
          </a:p>
          <a:p>
            <a:pPr marL="0" indent="0" algn="just">
              <a:lnSpc>
                <a:spcPct val="150000"/>
              </a:lnSpc>
              <a:buClr>
                <a:srgbClr val="000000"/>
              </a:buClr>
              <a:buFont typeface="Arial" panose="020B0604020202020204"/>
            </a:pPr>
            <a:r>
              <a:rPr lang="en-GB" sz="1200" dirty="0">
                <a:sym typeface="Sora Light"/>
              </a:rPr>
              <a:t> </a:t>
            </a:r>
            <a:endParaRPr sz="1200" dirty="0">
              <a:sym typeface="Sora Light"/>
            </a:endParaRPr>
          </a:p>
        </p:txBody>
      </p:sp>
      <p:sp>
        <p:nvSpPr>
          <p:cNvPr id="996" name="Google Shape;996;p69"/>
          <p:cNvSpPr txBox="1">
            <a:spLocks noGrp="1"/>
          </p:cNvSpPr>
          <p:nvPr>
            <p:ph type="title" idx="2"/>
          </p:nvPr>
        </p:nvSpPr>
        <p:spPr>
          <a:xfrm>
            <a:off x="115025" y="406250"/>
            <a:ext cx="6507000" cy="634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Structured Data</a:t>
            </a:r>
            <a:endParaRPr sz="3600"/>
          </a:p>
        </p:txBody>
      </p:sp>
      <p:sp>
        <p:nvSpPr>
          <p:cNvPr id="998" name="Google Shape;998;p69"/>
          <p:cNvSpPr txBox="1"/>
          <p:nvPr/>
        </p:nvSpPr>
        <p:spPr>
          <a:xfrm>
            <a:off x="271145" y="2571750"/>
            <a:ext cx="2478405" cy="13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Distribution Channels:</a:t>
            </a:r>
            <a:endParaRPr sz="1200" dirty="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❏"/>
            </a:pPr>
            <a:r>
              <a:rPr lang="en-GB" sz="1200" dirty="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Whatsapp</a:t>
            </a:r>
            <a:endParaRPr sz="1200" dirty="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❏"/>
            </a:pPr>
            <a:r>
              <a:rPr lang="en-GB" sz="1200" dirty="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Instagram Stories</a:t>
            </a:r>
            <a:endParaRPr sz="1200" dirty="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❏"/>
            </a:pPr>
            <a:r>
              <a:rPr lang="en-GB" sz="1200" dirty="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Direct Form Links</a:t>
            </a:r>
            <a:endParaRPr sz="1200" dirty="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" y="4150321"/>
            <a:ext cx="9143999" cy="13717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5740"/>
            <a:ext cx="9144000" cy="139458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422124"/>
            <a:ext cx="9143999" cy="133361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405"/>
            <a:ext cx="9144000" cy="13717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71"/>
          <p:cNvSpPr txBox="1">
            <a:spLocks noGrp="1"/>
          </p:cNvSpPr>
          <p:nvPr>
            <p:ph type="subTitle" idx="1"/>
          </p:nvPr>
        </p:nvSpPr>
        <p:spPr>
          <a:xfrm>
            <a:off x="140850" y="2169150"/>
            <a:ext cx="2857200" cy="129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IBM Plex Sans Medium" panose="020B0603050203000203"/>
                <a:ea typeface="IBM Plex Sans Medium" panose="020B0603050203000203"/>
                <a:cs typeface="IBM Plex Sans Medium" panose="020B0603050203000203"/>
                <a:sym typeface="IBM Plex Sans Medium" panose="020B0603050203000203"/>
              </a:rPr>
              <a:t>Step 1</a:t>
            </a:r>
            <a:endParaRPr dirty="0">
              <a:latin typeface="IBM Plex Sans Medium" panose="020B0603050203000203"/>
              <a:ea typeface="IBM Plex Sans Medium" panose="020B0603050203000203"/>
              <a:cs typeface="IBM Plex Sans Medium" panose="020B0603050203000203"/>
              <a:sym typeface="IBM Plex Sans Medium" panose="020B0603050203000203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00" dirty="0"/>
              <a:t>Text Cleaning</a:t>
            </a:r>
            <a:endParaRPr sz="1000" dirty="0"/>
          </a:p>
          <a:p>
            <a:pPr marL="0" lvl="0" indent="0" algn="just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900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Text cleaning in Python involves a series of steps to remove noise and standardize raw text data for analysis, commonly using libraries like Python's built-in </a:t>
            </a:r>
            <a:r>
              <a:rPr lang="en-GB" sz="900" dirty="0">
                <a:latin typeface="Roboto Mono" panose="00000009000000000000"/>
                <a:ea typeface="Roboto Mono" panose="00000009000000000000"/>
                <a:cs typeface="Roboto Mono" panose="00000009000000000000"/>
                <a:sym typeface="Roboto Mono" panose="00000009000000000000"/>
              </a:rPr>
              <a:t>re</a:t>
            </a:r>
            <a:r>
              <a:rPr lang="en-GB" sz="900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(regular expressions), </a:t>
            </a:r>
            <a:r>
              <a:rPr lang="en-GB" sz="900" u="sng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"/>
              </a:rPr>
              <a:t>NLTK</a:t>
            </a:r>
            <a:r>
              <a:rPr lang="en-GB" sz="900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, and spaCy. </a:t>
            </a:r>
            <a:endParaRPr sz="900" dirty="0"/>
          </a:p>
        </p:txBody>
      </p:sp>
      <p:sp>
        <p:nvSpPr>
          <p:cNvPr id="1012" name="Google Shape;1012;p71"/>
          <p:cNvSpPr txBox="1">
            <a:spLocks noGrp="1"/>
          </p:cNvSpPr>
          <p:nvPr>
            <p:ph type="subTitle" idx="3"/>
          </p:nvPr>
        </p:nvSpPr>
        <p:spPr>
          <a:xfrm>
            <a:off x="3039459" y="2169175"/>
            <a:ext cx="2763900" cy="12979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Sora Medium"/>
                <a:ea typeface="Sora Medium"/>
                <a:cs typeface="Sora Medium"/>
                <a:sym typeface="Sora Medium"/>
              </a:rPr>
              <a:t>Step 2</a:t>
            </a:r>
            <a:endParaRPr dirty="0">
              <a:latin typeface="Sora Medium"/>
              <a:ea typeface="Sora Medium"/>
              <a:cs typeface="Sora Medium"/>
              <a:sym typeface="Sora Medium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00" dirty="0"/>
              <a:t>Tokenization</a:t>
            </a:r>
            <a:endParaRPr sz="1000" dirty="0"/>
          </a:p>
          <a:p>
            <a:pPr marL="0" lvl="0" indent="0" algn="just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900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process of breaking down text into smaller units called tokens, such as words or sentences. This is a foundational step in Natural Language Processing (NLP) to prepare text for analysis or machine learning models. </a:t>
            </a:r>
            <a:endParaRPr sz="900" dirty="0"/>
          </a:p>
        </p:txBody>
      </p:sp>
      <p:sp>
        <p:nvSpPr>
          <p:cNvPr id="1013" name="Google Shape;1013;p71"/>
          <p:cNvSpPr txBox="1">
            <a:spLocks noGrp="1"/>
          </p:cNvSpPr>
          <p:nvPr>
            <p:ph type="subTitle" idx="4"/>
          </p:nvPr>
        </p:nvSpPr>
        <p:spPr>
          <a:xfrm>
            <a:off x="5803359" y="2104200"/>
            <a:ext cx="2402400" cy="12979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Sora Medium"/>
                <a:ea typeface="Sora Medium"/>
                <a:cs typeface="Sora Medium"/>
                <a:sym typeface="Sora Medium"/>
              </a:rPr>
              <a:t>Step 3</a:t>
            </a:r>
            <a:endParaRPr dirty="0">
              <a:latin typeface="Sora Medium"/>
              <a:ea typeface="Sora Medium"/>
              <a:cs typeface="Sora Medium"/>
              <a:sym typeface="Sora Medium"/>
            </a:endParaRPr>
          </a:p>
          <a:p>
            <a:pPr marL="0" lvl="0" indent="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00" dirty="0"/>
              <a:t>Sentiment scoring</a:t>
            </a:r>
            <a:endParaRPr sz="1000" dirty="0"/>
          </a:p>
          <a:p>
            <a:pPr marL="0" lvl="0" indent="0" algn="l" rtl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000" dirty="0"/>
              <a:t>(Positive</a:t>
            </a:r>
            <a:r>
              <a:rPr lang="en-IN" altLang="en-GB" sz="1000" dirty="0"/>
              <a:t> :1</a:t>
            </a:r>
            <a:r>
              <a:rPr lang="en-GB" sz="1000" dirty="0"/>
              <a:t>/Neutral</a:t>
            </a:r>
            <a:r>
              <a:rPr lang="en-IN" altLang="en-GB" sz="1000" dirty="0"/>
              <a:t>:0</a:t>
            </a:r>
            <a:r>
              <a:rPr lang="en-GB" sz="1000" dirty="0"/>
              <a:t>/Negative</a:t>
            </a:r>
            <a:r>
              <a:rPr lang="en-IN" altLang="en-GB" sz="1000" dirty="0"/>
              <a:t>:-1</a:t>
            </a:r>
            <a:r>
              <a:rPr lang="en-GB" sz="1000" dirty="0"/>
              <a:t>)</a:t>
            </a:r>
            <a:endParaRPr sz="1000" dirty="0"/>
          </a:p>
          <a:p>
            <a:pPr marL="0" lvl="0" indent="0" algn="just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GB" sz="900" dirty="0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Sentiment scoring in Python is commonly performed using libraries like NLTK's VADER</a:t>
            </a:r>
            <a:endParaRPr sz="900" dirty="0"/>
          </a:p>
        </p:txBody>
      </p:sp>
      <p:sp>
        <p:nvSpPr>
          <p:cNvPr id="1014" name="Google Shape;1014;p71"/>
          <p:cNvSpPr txBox="1">
            <a:spLocks noGrp="1"/>
          </p:cNvSpPr>
          <p:nvPr>
            <p:ph type="title" idx="2"/>
          </p:nvPr>
        </p:nvSpPr>
        <p:spPr>
          <a:xfrm>
            <a:off x="63500" y="161290"/>
            <a:ext cx="8756015" cy="7353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Sentiment Analysis</a:t>
            </a:r>
            <a:r>
              <a:rPr lang="en-IN" altLang="en-GB" sz="1400"/>
              <a:t>(calculation of sentiment score)</a:t>
            </a:r>
            <a:endParaRPr lang="en-IN" altLang="en-GB" sz="1400"/>
          </a:p>
        </p:txBody>
      </p:sp>
      <p:sp>
        <p:nvSpPr>
          <p:cNvPr id="1015" name="Google Shape;1015;p71"/>
          <p:cNvSpPr/>
          <p:nvPr/>
        </p:nvSpPr>
        <p:spPr>
          <a:xfrm>
            <a:off x="0" y="1960516"/>
            <a:ext cx="3036000" cy="4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6" name="Google Shape;1016;p71"/>
          <p:cNvSpPr/>
          <p:nvPr/>
        </p:nvSpPr>
        <p:spPr>
          <a:xfrm>
            <a:off x="3035925" y="1969026"/>
            <a:ext cx="2763900" cy="32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7" name="Google Shape;1017;p71"/>
          <p:cNvSpPr/>
          <p:nvPr/>
        </p:nvSpPr>
        <p:spPr>
          <a:xfrm>
            <a:off x="5796150" y="1960500"/>
            <a:ext cx="3227100" cy="32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8" name="Google Shape;1018;p71"/>
          <p:cNvSpPr txBox="1"/>
          <p:nvPr/>
        </p:nvSpPr>
        <p:spPr>
          <a:xfrm>
            <a:off x="58950" y="720325"/>
            <a:ext cx="4729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Language Used: Python</a:t>
            </a:r>
            <a:endParaRPr sz="1200" dirty="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Libraries: LTK, TextBlob, VADER, NLP, LLM</a:t>
            </a:r>
            <a:endParaRPr sz="1200" dirty="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19" name="Google Shape;1019;p71"/>
          <p:cNvSpPr txBox="1"/>
          <p:nvPr/>
        </p:nvSpPr>
        <p:spPr>
          <a:xfrm>
            <a:off x="0" y="1364700"/>
            <a:ext cx="1830900" cy="5277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PROCESS</a:t>
            </a:r>
            <a:endParaRPr sz="23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20" name="Google Shape;1020;p71"/>
          <p:cNvSpPr txBox="1"/>
          <p:nvPr/>
        </p:nvSpPr>
        <p:spPr>
          <a:xfrm>
            <a:off x="58950" y="3643075"/>
            <a:ext cx="6437100" cy="39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The output is stored after the process for Power BI visualization</a:t>
            </a:r>
            <a:endParaRPr sz="1200" b="1" dirty="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3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4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7" name="Subtitle 6"/>
          <p:cNvSpPr>
            <a:spLocks noGrp="1"/>
          </p:cNvSpPr>
          <p:nvPr>
            <p:ph type="subTitle" idx="5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8" name="Subtitle 7"/>
          <p:cNvSpPr>
            <a:spLocks noGrp="1"/>
          </p:cNvSpPr>
          <p:nvPr>
            <p:ph type="subTitle" idx="6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7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10" name="Title 9"/>
          <p:cNvSpPr>
            <a:spLocks noGrp="1"/>
          </p:cNvSpPr>
          <p:nvPr>
            <p:ph type="title" idx="8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11" name="Picture 10" descr="IMG-20251218-WA00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660" y="-327025"/>
            <a:ext cx="4322445" cy="5423535"/>
          </a:xfrm>
          <a:prstGeom prst="rect">
            <a:avLst/>
          </a:prstGeom>
        </p:spPr>
      </p:pic>
      <p:pic>
        <p:nvPicPr>
          <p:cNvPr id="12" name="Picture 11" descr="IMG-20251218-WA00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425" y="-326390"/>
            <a:ext cx="4658995" cy="54235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27;p72"/>
          <p:cNvSpPr txBox="1"/>
          <p:nvPr/>
        </p:nvSpPr>
        <p:spPr>
          <a:xfrm>
            <a:off x="198845" y="228455"/>
            <a:ext cx="3905400" cy="64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n-IN" sz="3000" b="1" dirty="0"/>
              <a:t>Architecture</a:t>
            </a:r>
            <a:endParaRPr lang="en-IN" sz="3000" b="1" dirty="0"/>
          </a:p>
        </p:txBody>
      </p:sp>
      <p:graphicFrame>
        <p:nvGraphicFramePr>
          <p:cNvPr id="13" name="Diagram 12"/>
          <p:cNvGraphicFramePr/>
          <p:nvPr/>
        </p:nvGraphicFramePr>
        <p:xfrm>
          <a:off x="2712720" y="0"/>
          <a:ext cx="6324600" cy="5143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713" y="0"/>
            <a:ext cx="7886287" cy="50901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020" y="0"/>
            <a:ext cx="774255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0640" y="69850"/>
            <a:ext cx="4448175" cy="5143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5795" y="69850"/>
            <a:ext cx="4688840" cy="5142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100" y="-15875"/>
            <a:ext cx="7534910" cy="51593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88"/>
          <p:cNvSpPr txBox="1">
            <a:spLocks noGrp="1"/>
          </p:cNvSpPr>
          <p:nvPr>
            <p:ph type="title" idx="13"/>
          </p:nvPr>
        </p:nvSpPr>
        <p:spPr>
          <a:xfrm>
            <a:off x="309245" y="652780"/>
            <a:ext cx="6252210" cy="7353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altLang="en-GB" sz="3600" dirty="0">
                <a:sym typeface="+mn-ea"/>
              </a:rPr>
              <a:t>Results &amp; </a:t>
            </a:r>
            <a:r>
              <a:rPr lang="en-GB" sz="3600" dirty="0">
                <a:sym typeface="+mn-ea"/>
              </a:rPr>
              <a:t>Outcomes</a:t>
            </a:r>
            <a:endParaRPr lang="en-IN" altLang="en-GB" sz="3600" dirty="0"/>
          </a:p>
        </p:txBody>
      </p:sp>
      <p:sp>
        <p:nvSpPr>
          <p:cNvPr id="23" name="Rectangle 22"/>
          <p:cNvSpPr/>
          <p:nvPr/>
        </p:nvSpPr>
        <p:spPr>
          <a:xfrm>
            <a:off x="231140" y="1433830"/>
            <a:ext cx="8957945" cy="2638425"/>
          </a:xfrm>
          <a:prstGeom prst="rect">
            <a:avLst/>
          </a:prstGeom>
          <a:solidFill>
            <a:srgbClr val="E3DFD6"/>
          </a:solidFill>
          <a:ln>
            <a:solidFill>
              <a:srgbClr val="E3DF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Product-wise sentiment scores and rankings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Top positive and negative keywords</a:t>
            </a:r>
            <a:r>
              <a:rPr lang="en-IN" altLang="en-US" dirty="0">
                <a:solidFill>
                  <a:schemeClr val="bg1"/>
                </a:solidFill>
                <a:latin typeface="Arial" panose="020B0604020202020204" pitchFamily="34" charset="0"/>
                <a:sym typeface="+mn-ea"/>
              </a:rPr>
              <a:t> customers type like critic,loyal fans and silent users</a:t>
            </a: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sym typeface="+mn-ea"/>
              </a:rPr>
              <a:t>Clear understanding of customer preferences and pain points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sym typeface="+mn-ea"/>
              </a:rPr>
              <a:t>Identification of high-performing and low-performing products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sym typeface="+mn-ea"/>
              </a:rPr>
              <a:t>Actionable insights for product improvement and marketing strategy</a:t>
            </a:r>
            <a:endParaRPr lang="en-US" altLang="en-US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sym typeface="+mn-ea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IN" altLang="en-US" dirty="0">
                <a:solidFill>
                  <a:schemeClr val="bg1"/>
                </a:solidFill>
                <a:latin typeface="Arial" panose="020B0604020202020204" pitchFamily="34" charset="0"/>
              </a:rPr>
              <a:t>Data driven customer segementation for targeted decisions</a:t>
            </a:r>
            <a:endParaRPr lang="en-IN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IN" altLang="en-US" dirty="0">
                <a:solidFill>
                  <a:schemeClr val="bg1"/>
                </a:solidFill>
                <a:latin typeface="Arial" panose="020B0604020202020204" pitchFamily="34" charset="0"/>
              </a:rPr>
              <a:t>Interactive Power BI dashboards supporting strategic decison making</a:t>
            </a:r>
            <a:endParaRPr lang="en-IN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90"/>
          <p:cNvSpPr txBox="1">
            <a:spLocks noGrp="1"/>
          </p:cNvSpPr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Thank you</a:t>
            </a:r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2800</Words>
  <Application>WPS Presentation</Application>
  <PresentationFormat>On-screen Show (16:9)</PresentationFormat>
  <Paragraphs>106</Paragraphs>
  <Slides>15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42" baseType="lpstr">
      <vt:lpstr>Arial</vt:lpstr>
      <vt:lpstr>SimSun</vt:lpstr>
      <vt:lpstr>Wingdings</vt:lpstr>
      <vt:lpstr>Arial</vt:lpstr>
      <vt:lpstr>Oswald</vt:lpstr>
      <vt:lpstr>Playfair Display</vt:lpstr>
      <vt:lpstr>Montserrat</vt:lpstr>
      <vt:lpstr>Sora</vt:lpstr>
      <vt:lpstr>IBM Plex Sans</vt:lpstr>
      <vt:lpstr>Sora Light</vt:lpstr>
      <vt:lpstr>Sora SemiBold</vt:lpstr>
      <vt:lpstr>AMGDT</vt:lpstr>
      <vt:lpstr>IBM Plex Sans Medium</vt:lpstr>
      <vt:lpstr>Sora Medium</vt:lpstr>
      <vt:lpstr>IBM Plex Sans SemiBold</vt:lpstr>
      <vt:lpstr>AcadEref</vt:lpstr>
      <vt:lpstr>Sora ExtraLight</vt:lpstr>
      <vt:lpstr>EB Garamond SemiBold</vt:lpstr>
      <vt:lpstr>EB Garamond SemiBold</vt:lpstr>
      <vt:lpstr>Sora</vt:lpstr>
      <vt:lpstr>Roboto Mono</vt:lpstr>
      <vt:lpstr>Times New Roman</vt:lpstr>
      <vt:lpstr>Microsoft YaHei</vt:lpstr>
      <vt:lpstr>Arial Unicode MS</vt:lpstr>
      <vt:lpstr>BatangChe</vt:lpstr>
      <vt:lpstr>Pop</vt:lpstr>
      <vt:lpstr>GEOMETRIC OVERLAYS</vt:lpstr>
      <vt:lpstr>Food Trends Understanding Customer Preferences in FB</vt:lpstr>
      <vt:lpstr>Project Objectives</vt:lpstr>
      <vt:lpstr>Project Agenda</vt:lpstr>
      <vt:lpstr>Unstructured Dataset</vt:lpstr>
      <vt:lpstr>Structured Data</vt:lpstr>
      <vt:lpstr>PowerPoint 演示文稿</vt:lpstr>
      <vt:lpstr>Sentiment Analysis(calculation of sentiment score)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Results &amp; Outcomes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Samarth</dc:creator>
  <cp:lastModifiedBy>Vaishnavi Jerkoni</cp:lastModifiedBy>
  <cp:revision>45</cp:revision>
  <dcterms:created xsi:type="dcterms:W3CDTF">2025-12-18T12:01:00Z</dcterms:created>
  <dcterms:modified xsi:type="dcterms:W3CDTF">2025-12-18T16:47:17Z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B02D693E41EF45FCBEA764D742E5414F_13</vt:lpwstr>
  </property>
  <property fmtid="{D5CDD505-2E9C-101B-9397-08002B2CF9AE}" pid="3" name="KSOProductBuildVer">
    <vt:lpwstr>2057-12.2.0.23149</vt:lpwstr>
  </property>
</Properties>
</file>